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13" r:id="rId3"/>
    <p:sldId id="257" r:id="rId4"/>
    <p:sldId id="258" r:id="rId5"/>
    <p:sldId id="259" r:id="rId6"/>
    <p:sldId id="260" r:id="rId7"/>
    <p:sldId id="314" r:id="rId8"/>
    <p:sldId id="265" r:id="rId9"/>
    <p:sldId id="264" r:id="rId10"/>
    <p:sldId id="297" r:id="rId11"/>
    <p:sldId id="312" r:id="rId12"/>
    <p:sldId id="319" r:id="rId13"/>
    <p:sldId id="320" r:id="rId14"/>
    <p:sldId id="318" r:id="rId15"/>
    <p:sldId id="321" r:id="rId16"/>
    <p:sldId id="315" r:id="rId17"/>
    <p:sldId id="322" r:id="rId18"/>
    <p:sldId id="261" r:id="rId19"/>
    <p:sldId id="262" r:id="rId20"/>
    <p:sldId id="263" r:id="rId21"/>
    <p:sldId id="323" r:id="rId22"/>
    <p:sldId id="324" r:id="rId23"/>
    <p:sldId id="325" r:id="rId24"/>
    <p:sldId id="326" r:id="rId25"/>
    <p:sldId id="327" r:id="rId26"/>
    <p:sldId id="316" r:id="rId27"/>
    <p:sldId id="311" r:id="rId28"/>
  </p:sldIdLst>
  <p:sldSz cx="12192000" cy="6858000"/>
  <p:notesSz cx="6858000" cy="914400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94B494-0A88-4414-88B4-B49B72AD7EF7}" v="88" dt="2025-10-30T14:06:15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eno, Rosa Maria" userId="fd624066-e12f-462a-86d0-2f11dbb4bb81" providerId="ADAL" clId="{5984DFBE-C1AA-4D0D-9461-E0318C4100D7}"/>
    <pc:docChg chg="undo custSel addSld delSld modSld sldOrd">
      <pc:chgData name="Moreno, Rosa Maria" userId="fd624066-e12f-462a-86d0-2f11dbb4bb81" providerId="ADAL" clId="{5984DFBE-C1AA-4D0D-9461-E0318C4100D7}" dt="2025-10-30T14:06:23.032" v="2722" actId="14100"/>
      <pc:docMkLst>
        <pc:docMk/>
      </pc:docMkLst>
      <pc:sldChg chg="addSp delSp modSp mod">
        <pc:chgData name="Moreno, Rosa Maria" userId="fd624066-e12f-462a-86d0-2f11dbb4bb81" providerId="ADAL" clId="{5984DFBE-C1AA-4D0D-9461-E0318C4100D7}" dt="2025-10-29T13:50:39.509" v="167" actId="26606"/>
        <pc:sldMkLst>
          <pc:docMk/>
          <pc:sldMk cId="1157032436" sldId="256"/>
        </pc:sldMkLst>
        <pc:spChg chg="mod">
          <ac:chgData name="Moreno, Rosa Maria" userId="fd624066-e12f-462a-86d0-2f11dbb4bb81" providerId="ADAL" clId="{5984DFBE-C1AA-4D0D-9461-E0318C4100D7}" dt="2025-10-29T13:50:39.509" v="167" actId="26606"/>
          <ac:spMkLst>
            <pc:docMk/>
            <pc:sldMk cId="1157032436" sldId="256"/>
            <ac:spMk id="2" creationId="{D5757870-F437-EAFA-4492-0F981061E77A}"/>
          </ac:spMkLst>
        </pc:spChg>
        <pc:spChg chg="mod">
          <ac:chgData name="Moreno, Rosa Maria" userId="fd624066-e12f-462a-86d0-2f11dbb4bb81" providerId="ADAL" clId="{5984DFBE-C1AA-4D0D-9461-E0318C4100D7}" dt="2025-10-29T13:50:39.509" v="167" actId="26606"/>
          <ac:spMkLst>
            <pc:docMk/>
            <pc:sldMk cId="1157032436" sldId="256"/>
            <ac:spMk id="3" creationId="{0D82986C-A278-6C7E-8CDA-6A3FFE10A39B}"/>
          </ac:spMkLst>
        </pc:spChg>
        <pc:spChg chg="del">
          <ac:chgData name="Moreno, Rosa Maria" userId="fd624066-e12f-462a-86d0-2f11dbb4bb81" providerId="ADAL" clId="{5984DFBE-C1AA-4D0D-9461-E0318C4100D7}" dt="2025-10-29T13:50:39.509" v="167" actId="26606"/>
          <ac:spMkLst>
            <pc:docMk/>
            <pc:sldMk cId="1157032436" sldId="256"/>
            <ac:spMk id="8" creationId="{1A3C89F8-0D2F-47FF-B903-151248265F47}"/>
          </ac:spMkLst>
        </pc:spChg>
        <pc:spChg chg="del">
          <ac:chgData name="Moreno, Rosa Maria" userId="fd624066-e12f-462a-86d0-2f11dbb4bb81" providerId="ADAL" clId="{5984DFBE-C1AA-4D0D-9461-E0318C4100D7}" dt="2025-10-29T13:50:39.509" v="167" actId="26606"/>
          <ac:spMkLst>
            <pc:docMk/>
            <pc:sldMk cId="1157032436" sldId="256"/>
            <ac:spMk id="10" creationId="{C5CB530E-515E-412C-9DF1-5F8FFBD6F383}"/>
          </ac:spMkLst>
        </pc:spChg>
        <pc:spChg chg="del">
          <ac:chgData name="Moreno, Rosa Maria" userId="fd624066-e12f-462a-86d0-2f11dbb4bb81" providerId="ADAL" clId="{5984DFBE-C1AA-4D0D-9461-E0318C4100D7}" dt="2025-10-29T13:50:39.509" v="167" actId="26606"/>
          <ac:spMkLst>
            <pc:docMk/>
            <pc:sldMk cId="1157032436" sldId="256"/>
            <ac:spMk id="12" creationId="{712D4376-A578-4FF1-94FC-245E7A6A489F}"/>
          </ac:spMkLst>
        </pc:spChg>
        <pc:spChg chg="del">
          <ac:chgData name="Moreno, Rosa Maria" userId="fd624066-e12f-462a-86d0-2f11dbb4bb81" providerId="ADAL" clId="{5984DFBE-C1AA-4D0D-9461-E0318C4100D7}" dt="2025-10-29T13:50:39.509" v="167" actId="26606"/>
          <ac:spMkLst>
            <pc:docMk/>
            <pc:sldMk cId="1157032436" sldId="256"/>
            <ac:spMk id="14" creationId="{AEA7509D-F04F-40CB-A0B3-EEF16499CC9F}"/>
          </ac:spMkLst>
        </pc:spChg>
        <pc:spChg chg="del">
          <ac:chgData name="Moreno, Rosa Maria" userId="fd624066-e12f-462a-86d0-2f11dbb4bb81" providerId="ADAL" clId="{5984DFBE-C1AA-4D0D-9461-E0318C4100D7}" dt="2025-10-29T13:50:39.509" v="167" actId="26606"/>
          <ac:spMkLst>
            <pc:docMk/>
            <pc:sldMk cId="1157032436" sldId="256"/>
            <ac:spMk id="18" creationId="{508BEF50-7B1E-49A4-BC19-5F4F1D755E64}"/>
          </ac:spMkLst>
        </pc:spChg>
        <pc:spChg chg="del">
          <ac:chgData name="Moreno, Rosa Maria" userId="fd624066-e12f-462a-86d0-2f11dbb4bb81" providerId="ADAL" clId="{5984DFBE-C1AA-4D0D-9461-E0318C4100D7}" dt="2025-10-29T13:50:39.509" v="167" actId="26606"/>
          <ac:spMkLst>
            <pc:docMk/>
            <pc:sldMk cId="1157032436" sldId="256"/>
            <ac:spMk id="20" creationId="{3FBAD350-5664-4811-A208-657FB882D350}"/>
          </ac:spMkLst>
        </pc:spChg>
        <pc:spChg chg="del">
          <ac:chgData name="Moreno, Rosa Maria" userId="fd624066-e12f-462a-86d0-2f11dbb4bb81" providerId="ADAL" clId="{5984DFBE-C1AA-4D0D-9461-E0318C4100D7}" dt="2025-10-29T13:50:39.509" v="167" actId="26606"/>
          <ac:spMkLst>
            <pc:docMk/>
            <pc:sldMk cId="1157032436" sldId="256"/>
            <ac:spMk id="22" creationId="{C39ADB8F-D187-49D7-BDCF-C1B6DC727068}"/>
          </ac:spMkLst>
        </pc:spChg>
        <pc:spChg chg="add">
          <ac:chgData name="Moreno, Rosa Maria" userId="fd624066-e12f-462a-86d0-2f11dbb4bb81" providerId="ADAL" clId="{5984DFBE-C1AA-4D0D-9461-E0318C4100D7}" dt="2025-10-29T13:50:39.509" v="167" actId="26606"/>
          <ac:spMkLst>
            <pc:docMk/>
            <pc:sldMk cId="1157032436" sldId="256"/>
            <ac:spMk id="27" creationId="{5E7AA7E8-8006-4E1F-A566-FCF37EE6F35D}"/>
          </ac:spMkLst>
        </pc:spChg>
      </pc:sldChg>
      <pc:sldChg chg="modSp mod">
        <pc:chgData name="Moreno, Rosa Maria" userId="fd624066-e12f-462a-86d0-2f11dbb4bb81" providerId="ADAL" clId="{5984DFBE-C1AA-4D0D-9461-E0318C4100D7}" dt="2025-10-30T09:12:12.092" v="725" actId="20577"/>
        <pc:sldMkLst>
          <pc:docMk/>
          <pc:sldMk cId="1098322893" sldId="257"/>
        </pc:sldMkLst>
        <pc:spChg chg="mod">
          <ac:chgData name="Moreno, Rosa Maria" userId="fd624066-e12f-462a-86d0-2f11dbb4bb81" providerId="ADAL" clId="{5984DFBE-C1AA-4D0D-9461-E0318C4100D7}" dt="2025-10-30T09:12:12.092" v="725" actId="20577"/>
          <ac:spMkLst>
            <pc:docMk/>
            <pc:sldMk cId="1098322893" sldId="257"/>
            <ac:spMk id="3" creationId="{DBA49685-374D-70E5-5B89-F156F474C297}"/>
          </ac:spMkLst>
        </pc:spChg>
        <pc:spChg chg="mod">
          <ac:chgData name="Moreno, Rosa Maria" userId="fd624066-e12f-462a-86d0-2f11dbb4bb81" providerId="ADAL" clId="{5984DFBE-C1AA-4D0D-9461-E0318C4100D7}" dt="2025-10-29T13:53:03.739" v="192" actId="122"/>
          <ac:spMkLst>
            <pc:docMk/>
            <pc:sldMk cId="1098322893" sldId="257"/>
            <ac:spMk id="21" creationId="{C9AFC2FC-4D3A-65C6-02E0-F3BE833E7658}"/>
          </ac:spMkLst>
        </pc:spChg>
      </pc:sldChg>
      <pc:sldChg chg="addSp delSp modSp mod">
        <pc:chgData name="Moreno, Rosa Maria" userId="fd624066-e12f-462a-86d0-2f11dbb4bb81" providerId="ADAL" clId="{5984DFBE-C1AA-4D0D-9461-E0318C4100D7}" dt="2025-10-30T13:16:34.522" v="2122" actId="21"/>
        <pc:sldMkLst>
          <pc:docMk/>
          <pc:sldMk cId="759475838" sldId="258"/>
        </pc:sldMkLst>
        <pc:spChg chg="mod">
          <ac:chgData name="Moreno, Rosa Maria" userId="fd624066-e12f-462a-86d0-2f11dbb4bb81" providerId="ADAL" clId="{5984DFBE-C1AA-4D0D-9461-E0318C4100D7}" dt="2025-10-29T13:53:35.218" v="200" actId="20577"/>
          <ac:spMkLst>
            <pc:docMk/>
            <pc:sldMk cId="759475838" sldId="258"/>
            <ac:spMk id="2" creationId="{0360A064-38B8-AB18-709C-60CD72BAAEB6}"/>
          </ac:spMkLst>
        </pc:spChg>
        <pc:spChg chg="add mod">
          <ac:chgData name="Moreno, Rosa Maria" userId="fd624066-e12f-462a-86d0-2f11dbb4bb81" providerId="ADAL" clId="{5984DFBE-C1AA-4D0D-9461-E0318C4100D7}" dt="2025-10-30T13:16:26.668" v="2120"/>
          <ac:spMkLst>
            <pc:docMk/>
            <pc:sldMk cId="759475838" sldId="258"/>
            <ac:spMk id="3" creationId="{6D0673B0-1E62-BEA5-7D86-E27815616A67}"/>
          </ac:spMkLst>
        </pc:spChg>
        <pc:spChg chg="add del mod">
          <ac:chgData name="Moreno, Rosa Maria" userId="fd624066-e12f-462a-86d0-2f11dbb4bb81" providerId="ADAL" clId="{5984DFBE-C1AA-4D0D-9461-E0318C4100D7}" dt="2025-10-30T13:16:34.522" v="2122" actId="21"/>
          <ac:spMkLst>
            <pc:docMk/>
            <pc:sldMk cId="759475838" sldId="258"/>
            <ac:spMk id="4" creationId="{5B33BDBE-1B33-458F-3093-18A188944469}"/>
          </ac:spMkLst>
        </pc:spChg>
        <pc:spChg chg="add mod">
          <ac:chgData name="Moreno, Rosa Maria" userId="fd624066-e12f-462a-86d0-2f11dbb4bb81" providerId="ADAL" clId="{5984DFBE-C1AA-4D0D-9461-E0318C4100D7}" dt="2025-10-30T09:02:11.062" v="379" actId="17032"/>
          <ac:spMkLst>
            <pc:docMk/>
            <pc:sldMk cId="759475838" sldId="258"/>
            <ac:spMk id="12" creationId="{3B0266CA-55A1-D928-031D-08A4D334BC90}"/>
          </ac:spMkLst>
        </pc:spChg>
        <pc:picChg chg="del mod">
          <ac:chgData name="Moreno, Rosa Maria" userId="fd624066-e12f-462a-86d0-2f11dbb4bb81" providerId="ADAL" clId="{5984DFBE-C1AA-4D0D-9461-E0318C4100D7}" dt="2025-10-30T08:58:21.285" v="221" actId="478"/>
          <ac:picMkLst>
            <pc:docMk/>
            <pc:sldMk cId="759475838" sldId="258"/>
            <ac:picMk id="5" creationId="{636B2F2C-901E-B24B-43AB-4B402D21ECA0}"/>
          </ac:picMkLst>
        </pc:picChg>
        <pc:picChg chg="add mod">
          <ac:chgData name="Moreno, Rosa Maria" userId="fd624066-e12f-462a-86d0-2f11dbb4bb81" providerId="ADAL" clId="{5984DFBE-C1AA-4D0D-9461-E0318C4100D7}" dt="2025-10-30T08:58:27.423" v="223" actId="1076"/>
          <ac:picMkLst>
            <pc:docMk/>
            <pc:sldMk cId="759475838" sldId="258"/>
            <ac:picMk id="10" creationId="{AFC753AD-57F8-E1BF-3588-14B843CFE65B}"/>
          </ac:picMkLst>
        </pc:picChg>
        <pc:cxnChg chg="add mod">
          <ac:chgData name="Moreno, Rosa Maria" userId="fd624066-e12f-462a-86d0-2f11dbb4bb81" providerId="ADAL" clId="{5984DFBE-C1AA-4D0D-9461-E0318C4100D7}" dt="2025-10-30T09:02:34.636" v="382" actId="14100"/>
          <ac:cxnSpMkLst>
            <pc:docMk/>
            <pc:sldMk cId="759475838" sldId="258"/>
            <ac:cxnSpMk id="13" creationId="{D3AA75B7-3AA0-2272-1449-29DAD52C4847}"/>
          </ac:cxnSpMkLst>
        </pc:cxnChg>
      </pc:sldChg>
      <pc:sldChg chg="modSp mod">
        <pc:chgData name="Moreno, Rosa Maria" userId="fd624066-e12f-462a-86d0-2f11dbb4bb81" providerId="ADAL" clId="{5984DFBE-C1AA-4D0D-9461-E0318C4100D7}" dt="2025-10-30T09:12:44.649" v="742" actId="20577"/>
        <pc:sldMkLst>
          <pc:docMk/>
          <pc:sldMk cId="2635002565" sldId="259"/>
        </pc:sldMkLst>
        <pc:spChg chg="mod">
          <ac:chgData name="Moreno, Rosa Maria" userId="fd624066-e12f-462a-86d0-2f11dbb4bb81" providerId="ADAL" clId="{5984DFBE-C1AA-4D0D-9461-E0318C4100D7}" dt="2025-10-29T13:53:45.268" v="209" actId="20577"/>
          <ac:spMkLst>
            <pc:docMk/>
            <pc:sldMk cId="2635002565" sldId="259"/>
            <ac:spMk id="2" creationId="{B875587F-66AC-E34C-D4C6-E7159B2AB8A6}"/>
          </ac:spMkLst>
        </pc:spChg>
        <pc:spChg chg="mod">
          <ac:chgData name="Moreno, Rosa Maria" userId="fd624066-e12f-462a-86d0-2f11dbb4bb81" providerId="ADAL" clId="{5984DFBE-C1AA-4D0D-9461-E0318C4100D7}" dt="2025-10-30T09:12:44.649" v="742" actId="20577"/>
          <ac:spMkLst>
            <pc:docMk/>
            <pc:sldMk cId="2635002565" sldId="259"/>
            <ac:spMk id="11" creationId="{91FA3A22-D22D-7613-3420-443C737B5B56}"/>
          </ac:spMkLst>
        </pc:spChg>
      </pc:sldChg>
      <pc:sldChg chg="addSp modSp mod">
        <pc:chgData name="Moreno, Rosa Maria" userId="fd624066-e12f-462a-86d0-2f11dbb4bb81" providerId="ADAL" clId="{5984DFBE-C1AA-4D0D-9461-E0318C4100D7}" dt="2025-10-30T09:13:01.998" v="751" actId="20577"/>
        <pc:sldMkLst>
          <pc:docMk/>
          <pc:sldMk cId="1626829506" sldId="260"/>
        </pc:sldMkLst>
        <pc:spChg chg="mod">
          <ac:chgData name="Moreno, Rosa Maria" userId="fd624066-e12f-462a-86d0-2f11dbb4bb81" providerId="ADAL" clId="{5984DFBE-C1AA-4D0D-9461-E0318C4100D7}" dt="2025-10-29T13:53:53.660" v="218" actId="20577"/>
          <ac:spMkLst>
            <pc:docMk/>
            <pc:sldMk cId="1626829506" sldId="260"/>
            <ac:spMk id="2" creationId="{7A2ECA1E-3725-5BAE-38A6-43DD5EE697A8}"/>
          </ac:spMkLst>
        </pc:spChg>
        <pc:spChg chg="mod">
          <ac:chgData name="Moreno, Rosa Maria" userId="fd624066-e12f-462a-86d0-2f11dbb4bb81" providerId="ADAL" clId="{5984DFBE-C1AA-4D0D-9461-E0318C4100D7}" dt="2025-10-30T09:13:01.998" v="751" actId="20577"/>
          <ac:spMkLst>
            <pc:docMk/>
            <pc:sldMk cId="1626829506" sldId="260"/>
            <ac:spMk id="11" creationId="{2E7A0EBD-CB24-5867-73B5-F2745D5E2D06}"/>
          </ac:spMkLst>
        </pc:spChg>
        <pc:picChg chg="add mod modCrop">
          <ac:chgData name="Moreno, Rosa Maria" userId="fd624066-e12f-462a-86d0-2f11dbb4bb81" providerId="ADAL" clId="{5984DFBE-C1AA-4D0D-9461-E0318C4100D7}" dt="2025-10-29T13:39:11.906" v="124" actId="1076"/>
          <ac:picMkLst>
            <pc:docMk/>
            <pc:sldMk cId="1626829506" sldId="260"/>
            <ac:picMk id="10" creationId="{4708F104-E242-8BC3-84E5-AC3004F23864}"/>
          </ac:picMkLst>
        </pc:picChg>
      </pc:sldChg>
      <pc:sldChg chg="addSp delSp modSp mod">
        <pc:chgData name="Moreno, Rosa Maria" userId="fd624066-e12f-462a-86d0-2f11dbb4bb81" providerId="ADAL" clId="{5984DFBE-C1AA-4D0D-9461-E0318C4100D7}" dt="2025-10-30T13:27:37.159" v="2385" actId="21"/>
        <pc:sldMkLst>
          <pc:docMk/>
          <pc:sldMk cId="2841069428" sldId="262"/>
        </pc:sldMkLst>
        <pc:spChg chg="add del mod">
          <ac:chgData name="Moreno, Rosa Maria" userId="fd624066-e12f-462a-86d0-2f11dbb4bb81" providerId="ADAL" clId="{5984DFBE-C1AA-4D0D-9461-E0318C4100D7}" dt="2025-10-30T13:27:37.159" v="2385" actId="21"/>
          <ac:spMkLst>
            <pc:docMk/>
            <pc:sldMk cId="2841069428" sldId="262"/>
            <ac:spMk id="3" creationId="{4BF0DE6B-57EA-6DF5-585D-C33975DCC35D}"/>
          </ac:spMkLst>
        </pc:spChg>
      </pc:sldChg>
      <pc:sldChg chg="addSp delSp modSp mod">
        <pc:chgData name="Moreno, Rosa Maria" userId="fd624066-e12f-462a-86d0-2f11dbb4bb81" providerId="ADAL" clId="{5984DFBE-C1AA-4D0D-9461-E0318C4100D7}" dt="2025-10-30T13:50:43.279" v="2591" actId="1035"/>
        <pc:sldMkLst>
          <pc:docMk/>
          <pc:sldMk cId="3520787234" sldId="263"/>
        </pc:sldMkLst>
        <pc:spChg chg="add mod">
          <ac:chgData name="Moreno, Rosa Maria" userId="fd624066-e12f-462a-86d0-2f11dbb4bb81" providerId="ADAL" clId="{5984DFBE-C1AA-4D0D-9461-E0318C4100D7}" dt="2025-10-30T13:50:43.279" v="2591" actId="1035"/>
          <ac:spMkLst>
            <pc:docMk/>
            <pc:sldMk cId="3520787234" sldId="263"/>
            <ac:spMk id="3" creationId="{4BF0DE6B-57EA-6DF5-585D-C33975DCC35D}"/>
          </ac:spMkLst>
        </pc:spChg>
        <pc:spChg chg="del mod">
          <ac:chgData name="Moreno, Rosa Maria" userId="fd624066-e12f-462a-86d0-2f11dbb4bb81" providerId="ADAL" clId="{5984DFBE-C1AA-4D0D-9461-E0318C4100D7}" dt="2025-10-29T13:36:37.030" v="31" actId="478"/>
          <ac:spMkLst>
            <pc:docMk/>
            <pc:sldMk cId="3520787234" sldId="263"/>
            <ac:spMk id="8" creationId="{251418F2-FADE-9639-33CF-A5FEC05EB850}"/>
          </ac:spMkLst>
        </pc:spChg>
        <pc:spChg chg="mod ord">
          <ac:chgData name="Moreno, Rosa Maria" userId="fd624066-e12f-462a-86d0-2f11dbb4bb81" providerId="ADAL" clId="{5984DFBE-C1AA-4D0D-9461-E0318C4100D7}" dt="2025-10-29T13:36:26.769" v="30" actId="14100"/>
          <ac:spMkLst>
            <pc:docMk/>
            <pc:sldMk cId="3520787234" sldId="263"/>
            <ac:spMk id="10" creationId="{2F339BD8-FFDF-2D28-C9CA-1F692B84E624}"/>
          </ac:spMkLst>
        </pc:spChg>
        <pc:spChg chg="mod">
          <ac:chgData name="Moreno, Rosa Maria" userId="fd624066-e12f-462a-86d0-2f11dbb4bb81" providerId="ADAL" clId="{5984DFBE-C1AA-4D0D-9461-E0318C4100D7}" dt="2025-10-30T13:48:51.058" v="2550" actId="255"/>
          <ac:spMkLst>
            <pc:docMk/>
            <pc:sldMk cId="3520787234" sldId="263"/>
            <ac:spMk id="11" creationId="{F5486482-C120-EE8A-89D7-A792FAF7F6F3}"/>
          </ac:spMkLst>
        </pc:spChg>
        <pc:spChg chg="del mod">
          <ac:chgData name="Moreno, Rosa Maria" userId="fd624066-e12f-462a-86d0-2f11dbb4bb81" providerId="ADAL" clId="{5984DFBE-C1AA-4D0D-9461-E0318C4100D7}" dt="2025-10-29T13:36:39.757" v="32" actId="478"/>
          <ac:spMkLst>
            <pc:docMk/>
            <pc:sldMk cId="3520787234" sldId="263"/>
            <ac:spMk id="14" creationId="{F8B1CEB0-7677-3803-4F1B-20E1284CC0D8}"/>
          </ac:spMkLst>
        </pc:spChg>
        <pc:picChg chg="del">
          <ac:chgData name="Moreno, Rosa Maria" userId="fd624066-e12f-462a-86d0-2f11dbb4bb81" providerId="ADAL" clId="{5984DFBE-C1AA-4D0D-9461-E0318C4100D7}" dt="2025-10-29T13:33:55.727" v="1" actId="478"/>
          <ac:picMkLst>
            <pc:docMk/>
            <pc:sldMk cId="3520787234" sldId="263"/>
            <ac:picMk id="4" creationId="{7FD5DBCB-FE3B-E0E4-07C0-30E890788280}"/>
          </ac:picMkLst>
        </pc:picChg>
        <pc:picChg chg="add mod">
          <ac:chgData name="Moreno, Rosa Maria" userId="fd624066-e12f-462a-86d0-2f11dbb4bb81" providerId="ADAL" clId="{5984DFBE-C1AA-4D0D-9461-E0318C4100D7}" dt="2025-10-29T13:34:24.675" v="11" actId="14100"/>
          <ac:picMkLst>
            <pc:docMk/>
            <pc:sldMk cId="3520787234" sldId="263"/>
            <ac:picMk id="5" creationId="{102E9C03-FDAA-CBC8-40DA-011A5FA51955}"/>
          </ac:picMkLst>
        </pc:picChg>
        <pc:picChg chg="mod">
          <ac:chgData name="Moreno, Rosa Maria" userId="fd624066-e12f-462a-86d0-2f11dbb4bb81" providerId="ADAL" clId="{5984DFBE-C1AA-4D0D-9461-E0318C4100D7}" dt="2025-10-29T13:34:04.170" v="5" actId="1076"/>
          <ac:picMkLst>
            <pc:docMk/>
            <pc:sldMk cId="3520787234" sldId="263"/>
            <ac:picMk id="9" creationId="{2B71953E-B168-D263-91BE-63C8BB3F818D}"/>
          </ac:picMkLst>
        </pc:picChg>
        <pc:picChg chg="del">
          <ac:chgData name="Moreno, Rosa Maria" userId="fd624066-e12f-462a-86d0-2f11dbb4bb81" providerId="ADAL" clId="{5984DFBE-C1AA-4D0D-9461-E0318C4100D7}" dt="2025-10-29T13:33:54.043" v="0" actId="478"/>
          <ac:picMkLst>
            <pc:docMk/>
            <pc:sldMk cId="3520787234" sldId="263"/>
            <ac:picMk id="13" creationId="{E5223971-69D5-1FB8-C75A-0487029CC2F2}"/>
          </ac:picMkLst>
        </pc:picChg>
        <pc:picChg chg="add mod">
          <ac:chgData name="Moreno, Rosa Maria" userId="fd624066-e12f-462a-86d0-2f11dbb4bb81" providerId="ADAL" clId="{5984DFBE-C1AA-4D0D-9461-E0318C4100D7}" dt="2025-10-29T13:35:56.345" v="23" actId="1076"/>
          <ac:picMkLst>
            <pc:docMk/>
            <pc:sldMk cId="3520787234" sldId="263"/>
            <ac:picMk id="18" creationId="{10E83BD2-90C2-DEEB-B40B-B4B74A8F48AD}"/>
          </ac:picMkLst>
        </pc:picChg>
        <pc:cxnChg chg="mod">
          <ac:chgData name="Moreno, Rosa Maria" userId="fd624066-e12f-462a-86d0-2f11dbb4bb81" providerId="ADAL" clId="{5984DFBE-C1AA-4D0D-9461-E0318C4100D7}" dt="2025-10-29T13:36:05.795" v="26" actId="14100"/>
          <ac:cxnSpMkLst>
            <pc:docMk/>
            <pc:sldMk cId="3520787234" sldId="263"/>
            <ac:cxnSpMk id="15" creationId="{03714FE5-2A85-6E6A-D58A-28EBC497B459}"/>
          </ac:cxnSpMkLst>
        </pc:cxnChg>
        <pc:cxnChg chg="mod">
          <ac:chgData name="Moreno, Rosa Maria" userId="fd624066-e12f-462a-86d0-2f11dbb4bb81" providerId="ADAL" clId="{5984DFBE-C1AA-4D0D-9461-E0318C4100D7}" dt="2025-10-29T13:34:36.027" v="14" actId="1076"/>
          <ac:cxnSpMkLst>
            <pc:docMk/>
            <pc:sldMk cId="3520787234" sldId="263"/>
            <ac:cxnSpMk id="17" creationId="{DC49134A-6664-B2D4-0805-AB6AC0F2B7A0}"/>
          </ac:cxnSpMkLst>
        </pc:cxnChg>
      </pc:sldChg>
      <pc:sldChg chg="addSp delSp modSp add mod">
        <pc:chgData name="Moreno, Rosa Maria" userId="fd624066-e12f-462a-86d0-2f11dbb4bb81" providerId="ADAL" clId="{5984DFBE-C1AA-4D0D-9461-E0318C4100D7}" dt="2025-10-30T09:48:24.885" v="1056" actId="1076"/>
        <pc:sldMkLst>
          <pc:docMk/>
          <pc:sldMk cId="907109070" sldId="264"/>
        </pc:sldMkLst>
        <pc:spChg chg="mod">
          <ac:chgData name="Moreno, Rosa Maria" userId="fd624066-e12f-462a-86d0-2f11dbb4bb81" providerId="ADAL" clId="{5984DFBE-C1AA-4D0D-9461-E0318C4100D7}" dt="2025-10-30T09:37:15.516" v="817" actId="20577"/>
          <ac:spMkLst>
            <pc:docMk/>
            <pc:sldMk cId="907109070" sldId="264"/>
            <ac:spMk id="2" creationId="{87AFBF38-DCFC-B9BF-B833-93DCDCF48D00}"/>
          </ac:spMkLst>
        </pc:spChg>
        <pc:spChg chg="mod">
          <ac:chgData name="Moreno, Rosa Maria" userId="fd624066-e12f-462a-86d0-2f11dbb4bb81" providerId="ADAL" clId="{5984DFBE-C1AA-4D0D-9461-E0318C4100D7}" dt="2025-10-30T09:48:24.885" v="1056" actId="1076"/>
          <ac:spMkLst>
            <pc:docMk/>
            <pc:sldMk cId="907109070" sldId="264"/>
            <ac:spMk id="6" creationId="{28B6D393-4EEE-0336-BBC6-EF87A86D01EE}"/>
          </ac:spMkLst>
        </pc:spChg>
        <pc:spChg chg="add">
          <ac:chgData name="Moreno, Rosa Maria" userId="fd624066-e12f-462a-86d0-2f11dbb4bb81" providerId="ADAL" clId="{5984DFBE-C1AA-4D0D-9461-E0318C4100D7}" dt="2025-10-30T09:39:56.698" v="846"/>
          <ac:spMkLst>
            <pc:docMk/>
            <pc:sldMk cId="907109070" sldId="264"/>
            <ac:spMk id="8" creationId="{B7C87DE4-1D7A-EE7B-EB4F-F9D3B1AF59D6}"/>
          </ac:spMkLst>
        </pc:spChg>
        <pc:spChg chg="add mod">
          <ac:chgData name="Moreno, Rosa Maria" userId="fd624066-e12f-462a-86d0-2f11dbb4bb81" providerId="ADAL" clId="{5984DFBE-C1AA-4D0D-9461-E0318C4100D7}" dt="2025-10-30T09:40:02.193" v="849"/>
          <ac:spMkLst>
            <pc:docMk/>
            <pc:sldMk cId="907109070" sldId="264"/>
            <ac:spMk id="10" creationId="{D4EDE368-678C-1BF9-DBAB-1A5F199A9412}"/>
          </ac:spMkLst>
        </pc:spChg>
        <pc:spChg chg="mod">
          <ac:chgData name="Moreno, Rosa Maria" userId="fd624066-e12f-462a-86d0-2f11dbb4bb81" providerId="ADAL" clId="{5984DFBE-C1AA-4D0D-9461-E0318C4100D7}" dt="2025-10-30T09:45:28.868" v="1048" actId="790"/>
          <ac:spMkLst>
            <pc:docMk/>
            <pc:sldMk cId="907109070" sldId="264"/>
            <ac:spMk id="11" creationId="{780EA000-4214-643E-62B3-2FD8E4F78536}"/>
          </ac:spMkLst>
        </pc:spChg>
        <pc:spChg chg="add">
          <ac:chgData name="Moreno, Rosa Maria" userId="fd624066-e12f-462a-86d0-2f11dbb4bb81" providerId="ADAL" clId="{5984DFBE-C1AA-4D0D-9461-E0318C4100D7}" dt="2025-10-30T09:40:06.846" v="852"/>
          <ac:spMkLst>
            <pc:docMk/>
            <pc:sldMk cId="907109070" sldId="264"/>
            <ac:spMk id="12" creationId="{6A46BBB9-F61B-3BF9-05C0-98A8172FA228}"/>
          </ac:spMkLst>
        </pc:spChg>
        <pc:picChg chg="add del mod">
          <ac:chgData name="Moreno, Rosa Maria" userId="fd624066-e12f-462a-86d0-2f11dbb4bb81" providerId="ADAL" clId="{5984DFBE-C1AA-4D0D-9461-E0318C4100D7}" dt="2025-10-30T09:37:43.411" v="819" actId="478"/>
          <ac:picMkLst>
            <pc:docMk/>
            <pc:sldMk cId="907109070" sldId="264"/>
            <ac:picMk id="3" creationId="{AF56DF40-54EC-1B8B-EF96-EBEFFA584730}"/>
          </ac:picMkLst>
        </pc:picChg>
        <pc:picChg chg="del">
          <ac:chgData name="Moreno, Rosa Maria" userId="fd624066-e12f-462a-86d0-2f11dbb4bb81" providerId="ADAL" clId="{5984DFBE-C1AA-4D0D-9461-E0318C4100D7}" dt="2025-10-29T13:37:55.643" v="43" actId="478"/>
          <ac:picMkLst>
            <pc:docMk/>
            <pc:sldMk cId="907109070" sldId="264"/>
            <ac:picMk id="4" creationId="{F1BD79DA-7557-E0C8-06EC-0B6327B70701}"/>
          </ac:picMkLst>
        </pc:picChg>
        <pc:picChg chg="del">
          <ac:chgData name="Moreno, Rosa Maria" userId="fd624066-e12f-462a-86d0-2f11dbb4bb81" providerId="ADAL" clId="{5984DFBE-C1AA-4D0D-9461-E0318C4100D7}" dt="2025-10-29T13:37:57.729" v="44" actId="478"/>
          <ac:picMkLst>
            <pc:docMk/>
            <pc:sldMk cId="907109070" sldId="264"/>
            <ac:picMk id="5" creationId="{2BD4D89D-B45F-BAAE-66EE-E12B2916A5A1}"/>
          </ac:picMkLst>
        </pc:picChg>
        <pc:picChg chg="add mod">
          <ac:chgData name="Moreno, Rosa Maria" userId="fd624066-e12f-462a-86d0-2f11dbb4bb81" providerId="ADAL" clId="{5984DFBE-C1AA-4D0D-9461-E0318C4100D7}" dt="2025-10-30T09:37:56.106" v="823" actId="14100"/>
          <ac:picMkLst>
            <pc:docMk/>
            <pc:sldMk cId="907109070" sldId="264"/>
            <ac:picMk id="7" creationId="{BCE17637-2CA6-180B-465F-7EB10DF98EE1}"/>
          </ac:picMkLst>
        </pc:picChg>
        <pc:picChg chg="del">
          <ac:chgData name="Moreno, Rosa Maria" userId="fd624066-e12f-462a-86d0-2f11dbb4bb81" providerId="ADAL" clId="{5984DFBE-C1AA-4D0D-9461-E0318C4100D7}" dt="2025-10-29T13:39:21.100" v="125" actId="478"/>
          <ac:picMkLst>
            <pc:docMk/>
            <pc:sldMk cId="907109070" sldId="264"/>
            <ac:picMk id="9" creationId="{ADDA56A7-3ED6-0034-EC2B-03CD69DE4C13}"/>
          </ac:picMkLst>
        </pc:picChg>
      </pc:sldChg>
      <pc:sldChg chg="addSp delSp modSp add mod ord modAnim">
        <pc:chgData name="Moreno, Rosa Maria" userId="fd624066-e12f-462a-86d0-2f11dbb4bb81" providerId="ADAL" clId="{5984DFBE-C1AA-4D0D-9461-E0318C4100D7}" dt="2025-10-30T13:31:52.293" v="2435" actId="21"/>
        <pc:sldMkLst>
          <pc:docMk/>
          <pc:sldMk cId="3133343358" sldId="265"/>
        </pc:sldMkLst>
        <pc:spChg chg="mod">
          <ac:chgData name="Moreno, Rosa Maria" userId="fd624066-e12f-462a-86d0-2f11dbb4bb81" providerId="ADAL" clId="{5984DFBE-C1AA-4D0D-9461-E0318C4100D7}" dt="2025-10-30T09:15:56.715" v="767" actId="20577"/>
          <ac:spMkLst>
            <pc:docMk/>
            <pc:sldMk cId="3133343358" sldId="265"/>
            <ac:spMk id="3" creationId="{5AE0D680-0D62-404B-1ACD-A7B298FE31BE}"/>
          </ac:spMkLst>
        </pc:spChg>
        <pc:spChg chg="add mod">
          <ac:chgData name="Moreno, Rosa Maria" userId="fd624066-e12f-462a-86d0-2f11dbb4bb81" providerId="ADAL" clId="{5984DFBE-C1AA-4D0D-9461-E0318C4100D7}" dt="2025-10-30T09:15:43.218" v="764" actId="20577"/>
          <ac:spMkLst>
            <pc:docMk/>
            <pc:sldMk cId="3133343358" sldId="265"/>
            <ac:spMk id="5" creationId="{9260E6A4-A2D2-3A56-7A98-EB6F1197DF4A}"/>
          </ac:spMkLst>
        </pc:spChg>
        <pc:spChg chg="add mod">
          <ac:chgData name="Moreno, Rosa Maria" userId="fd624066-e12f-462a-86d0-2f11dbb4bb81" providerId="ADAL" clId="{5984DFBE-C1AA-4D0D-9461-E0318C4100D7}" dt="2025-10-30T12:31:22.646" v="1962" actId="14100"/>
          <ac:spMkLst>
            <pc:docMk/>
            <pc:sldMk cId="3133343358" sldId="265"/>
            <ac:spMk id="7" creationId="{AD3919A0-EE86-E14A-E250-E21859B30DE3}"/>
          </ac:spMkLst>
        </pc:spChg>
        <pc:spChg chg="add del mod">
          <ac:chgData name="Moreno, Rosa Maria" userId="fd624066-e12f-462a-86d0-2f11dbb4bb81" providerId="ADAL" clId="{5984DFBE-C1AA-4D0D-9461-E0318C4100D7}" dt="2025-10-30T13:31:52.293" v="2435" actId="21"/>
          <ac:spMkLst>
            <pc:docMk/>
            <pc:sldMk cId="3133343358" sldId="265"/>
            <ac:spMk id="8" creationId="{7478CD45-C596-28AA-B40D-13E3B4F23B7E}"/>
          </ac:spMkLst>
        </pc:spChg>
        <pc:spChg chg="add del">
          <ac:chgData name="Moreno, Rosa Maria" userId="fd624066-e12f-462a-86d0-2f11dbb4bb81" providerId="ADAL" clId="{5984DFBE-C1AA-4D0D-9461-E0318C4100D7}" dt="2025-10-30T09:32:39.810" v="780" actId="478"/>
          <ac:spMkLst>
            <pc:docMk/>
            <pc:sldMk cId="3133343358" sldId="265"/>
            <ac:spMk id="14" creationId="{2AD7B13D-583D-62FE-68C0-3A57A8F4083F}"/>
          </ac:spMkLst>
        </pc:spChg>
        <pc:spChg chg="add del">
          <ac:chgData name="Moreno, Rosa Maria" userId="fd624066-e12f-462a-86d0-2f11dbb4bb81" providerId="ADAL" clId="{5984DFBE-C1AA-4D0D-9461-E0318C4100D7}" dt="2025-10-30T09:32:50.277" v="782" actId="478"/>
          <ac:spMkLst>
            <pc:docMk/>
            <pc:sldMk cId="3133343358" sldId="265"/>
            <ac:spMk id="15" creationId="{9E3FCEAB-BD14-93A6-027A-0E8A1632E7E1}"/>
          </ac:spMkLst>
        </pc:spChg>
        <pc:spChg chg="add mod">
          <ac:chgData name="Moreno, Rosa Maria" userId="fd624066-e12f-462a-86d0-2f11dbb4bb81" providerId="ADAL" clId="{5984DFBE-C1AA-4D0D-9461-E0318C4100D7}" dt="2025-10-30T09:33:28.470" v="789" actId="1582"/>
          <ac:spMkLst>
            <pc:docMk/>
            <pc:sldMk cId="3133343358" sldId="265"/>
            <ac:spMk id="16" creationId="{676AA91A-E6D7-BAB9-31A7-30502F6F2426}"/>
          </ac:spMkLst>
        </pc:spChg>
        <pc:spChg chg="mod">
          <ac:chgData name="Moreno, Rosa Maria" userId="fd624066-e12f-462a-86d0-2f11dbb4bb81" providerId="ADAL" clId="{5984DFBE-C1AA-4D0D-9461-E0318C4100D7}" dt="2025-10-29T13:51:56.404" v="171" actId="27636"/>
          <ac:spMkLst>
            <pc:docMk/>
            <pc:sldMk cId="3133343358" sldId="265"/>
            <ac:spMk id="21" creationId="{4B3350E4-0F31-7E03-D725-A9FB32BC9DA4}"/>
          </ac:spMkLst>
        </pc:spChg>
        <pc:picChg chg="add mod">
          <ac:chgData name="Moreno, Rosa Maria" userId="fd624066-e12f-462a-86d0-2f11dbb4bb81" providerId="ADAL" clId="{5984DFBE-C1AA-4D0D-9461-E0318C4100D7}" dt="2025-10-29T13:50:23.423" v="166" actId="1038"/>
          <ac:picMkLst>
            <pc:docMk/>
            <pc:sldMk cId="3133343358" sldId="265"/>
            <ac:picMk id="4" creationId="{AE4FC725-08AF-457D-56FB-E8E0ED22F5ED}"/>
          </ac:picMkLst>
        </pc:picChg>
        <pc:picChg chg="add mod">
          <ac:chgData name="Moreno, Rosa Maria" userId="fd624066-e12f-462a-86d0-2f11dbb4bb81" providerId="ADAL" clId="{5984DFBE-C1AA-4D0D-9461-E0318C4100D7}" dt="2025-10-30T12:30:40.034" v="1958" actId="1076"/>
          <ac:picMkLst>
            <pc:docMk/>
            <pc:sldMk cId="3133343358" sldId="265"/>
            <ac:picMk id="6" creationId="{25ACCF42-C8E4-AE16-B73E-0774DA3A9062}"/>
          </ac:picMkLst>
        </pc:picChg>
        <pc:picChg chg="del">
          <ac:chgData name="Moreno, Rosa Maria" userId="fd624066-e12f-462a-86d0-2f11dbb4bb81" providerId="ADAL" clId="{5984DFBE-C1AA-4D0D-9461-E0318C4100D7}" dt="2025-10-29T13:39:57.637" v="159" actId="478"/>
          <ac:picMkLst>
            <pc:docMk/>
            <pc:sldMk cId="3133343358" sldId="265"/>
            <ac:picMk id="7" creationId="{2C8CF11C-9DD3-71C7-0507-5A53FA5B5826}"/>
          </ac:picMkLst>
        </pc:picChg>
        <pc:picChg chg="add del mod">
          <ac:chgData name="Moreno, Rosa Maria" userId="fd624066-e12f-462a-86d0-2f11dbb4bb81" providerId="ADAL" clId="{5984DFBE-C1AA-4D0D-9461-E0318C4100D7}" dt="2025-10-30T09:15:26.551" v="752" actId="478"/>
          <ac:picMkLst>
            <pc:docMk/>
            <pc:sldMk cId="3133343358" sldId="265"/>
            <ac:picMk id="8" creationId="{2325A2BD-7696-6C62-F1E6-336ACD74C01E}"/>
          </ac:picMkLst>
        </pc:picChg>
        <pc:picChg chg="del">
          <ac:chgData name="Moreno, Rosa Maria" userId="fd624066-e12f-462a-86d0-2f11dbb4bb81" providerId="ADAL" clId="{5984DFBE-C1AA-4D0D-9461-E0318C4100D7}" dt="2025-10-29T13:39:59.376" v="160" actId="478"/>
          <ac:picMkLst>
            <pc:docMk/>
            <pc:sldMk cId="3133343358" sldId="265"/>
            <ac:picMk id="9" creationId="{493F0EE5-894C-591D-2EBF-54D89063170C}"/>
          </ac:picMkLst>
        </pc:picChg>
        <pc:picChg chg="add mod modCrop">
          <ac:chgData name="Moreno, Rosa Maria" userId="fd624066-e12f-462a-86d0-2f11dbb4bb81" providerId="ADAL" clId="{5984DFBE-C1AA-4D0D-9461-E0318C4100D7}" dt="2025-10-30T09:33:16.158" v="787" actId="1076"/>
          <ac:picMkLst>
            <pc:docMk/>
            <pc:sldMk cId="3133343358" sldId="265"/>
            <ac:picMk id="11" creationId="{F2CAA632-6C03-90F6-9BE7-B6D93DA592D2}"/>
          </ac:picMkLst>
        </pc:picChg>
        <pc:picChg chg="add mod modCrop">
          <ac:chgData name="Moreno, Rosa Maria" userId="fd624066-e12f-462a-86d0-2f11dbb4bb81" providerId="ADAL" clId="{5984DFBE-C1AA-4D0D-9461-E0318C4100D7}" dt="2025-10-30T09:33:10.807" v="786" actId="1076"/>
          <ac:picMkLst>
            <pc:docMk/>
            <pc:sldMk cId="3133343358" sldId="265"/>
            <ac:picMk id="13" creationId="{810C179B-D8FA-D4E8-5BC6-62A55270A95D}"/>
          </ac:picMkLst>
        </pc:picChg>
        <pc:cxnChg chg="add mod">
          <ac:chgData name="Moreno, Rosa Maria" userId="fd624066-e12f-462a-86d0-2f11dbb4bb81" providerId="ADAL" clId="{5984DFBE-C1AA-4D0D-9461-E0318C4100D7}" dt="2025-10-30T09:33:46.510" v="792" actId="14100"/>
          <ac:cxnSpMkLst>
            <pc:docMk/>
            <pc:sldMk cId="3133343358" sldId="265"/>
            <ac:cxnSpMk id="17" creationId="{96FDDDBD-36A0-525D-0F87-90486F7D1AEF}"/>
          </ac:cxnSpMkLst>
        </pc:cxnChg>
      </pc:sldChg>
      <pc:sldChg chg="add del">
        <pc:chgData name="Moreno, Rosa Maria" userId="fd624066-e12f-462a-86d0-2f11dbb4bb81" providerId="ADAL" clId="{5984DFBE-C1AA-4D0D-9461-E0318C4100D7}" dt="2025-10-30T09:49:10.472" v="1057" actId="2696"/>
        <pc:sldMkLst>
          <pc:docMk/>
          <pc:sldMk cId="2665045518" sldId="282"/>
        </pc:sldMkLst>
      </pc:sldChg>
      <pc:sldChg chg="add del">
        <pc:chgData name="Moreno, Rosa Maria" userId="fd624066-e12f-462a-86d0-2f11dbb4bb81" providerId="ADAL" clId="{5984DFBE-C1AA-4D0D-9461-E0318C4100D7}" dt="2025-10-30T10:15:40.252" v="1418" actId="2696"/>
        <pc:sldMkLst>
          <pc:docMk/>
          <pc:sldMk cId="2855514139" sldId="285"/>
        </pc:sldMkLst>
      </pc:sldChg>
      <pc:sldChg chg="add del">
        <pc:chgData name="Moreno, Rosa Maria" userId="fd624066-e12f-462a-86d0-2f11dbb4bb81" providerId="ADAL" clId="{5984DFBE-C1AA-4D0D-9461-E0318C4100D7}" dt="2025-10-30T10:27:47.034" v="1518" actId="2696"/>
        <pc:sldMkLst>
          <pc:docMk/>
          <pc:sldMk cId="4081196688" sldId="285"/>
        </pc:sldMkLst>
      </pc:sldChg>
      <pc:sldChg chg="modSp add del mod">
        <pc:chgData name="Moreno, Rosa Maria" userId="fd624066-e12f-462a-86d0-2f11dbb4bb81" providerId="ADAL" clId="{5984DFBE-C1AA-4D0D-9461-E0318C4100D7}" dt="2025-10-30T12:39:40.535" v="2024" actId="2696"/>
        <pc:sldMkLst>
          <pc:docMk/>
          <pc:sldMk cId="2801680780" sldId="296"/>
        </pc:sldMkLst>
        <pc:picChg chg="mod">
          <ac:chgData name="Moreno, Rosa Maria" userId="fd624066-e12f-462a-86d0-2f11dbb4bb81" providerId="ADAL" clId="{5984DFBE-C1AA-4D0D-9461-E0318C4100D7}" dt="2025-10-30T12:38:42.709" v="2021" actId="14100"/>
          <ac:picMkLst>
            <pc:docMk/>
            <pc:sldMk cId="2801680780" sldId="296"/>
            <ac:picMk id="5" creationId="{DB1F5AA6-C730-4F54-9E81-54572F169189}"/>
          </ac:picMkLst>
        </pc:picChg>
      </pc:sldChg>
      <pc:sldChg chg="modSp add del mod">
        <pc:chgData name="Moreno, Rosa Maria" userId="fd624066-e12f-462a-86d0-2f11dbb4bb81" providerId="ADAL" clId="{5984DFBE-C1AA-4D0D-9461-E0318C4100D7}" dt="2025-10-30T10:15:40.252" v="1418" actId="2696"/>
        <pc:sldMkLst>
          <pc:docMk/>
          <pc:sldMk cId="3568406197" sldId="296"/>
        </pc:sldMkLst>
        <pc:spChg chg="mod">
          <ac:chgData name="Moreno, Rosa Maria" userId="fd624066-e12f-462a-86d0-2f11dbb4bb81" providerId="ADAL" clId="{5984DFBE-C1AA-4D0D-9461-E0318C4100D7}" dt="2025-10-30T09:35:34.624" v="794" actId="27636"/>
          <ac:spMkLst>
            <pc:docMk/>
            <pc:sldMk cId="3568406197" sldId="296"/>
            <ac:spMk id="9" creationId="{DE7E205B-895E-8B91-36E4-50BAFFA0CAB1}"/>
          </ac:spMkLst>
        </pc:spChg>
      </pc:sldChg>
      <pc:sldChg chg="delSp modSp add mod ord modClrScheme delAnim modAnim chgLayout">
        <pc:chgData name="Moreno, Rosa Maria" userId="fd624066-e12f-462a-86d0-2f11dbb4bb81" providerId="ADAL" clId="{5984DFBE-C1AA-4D0D-9461-E0318C4100D7}" dt="2025-10-30T10:23:34.731" v="1441"/>
        <pc:sldMkLst>
          <pc:docMk/>
          <pc:sldMk cId="1889624016" sldId="297"/>
        </pc:sldMkLst>
        <pc:spChg chg="mod ord">
          <ac:chgData name="Moreno, Rosa Maria" userId="fd624066-e12f-462a-86d0-2f11dbb4bb81" providerId="ADAL" clId="{5984DFBE-C1AA-4D0D-9461-E0318C4100D7}" dt="2025-10-30T10:16:02.901" v="1420" actId="14100"/>
          <ac:spMkLst>
            <pc:docMk/>
            <pc:sldMk cId="1889624016" sldId="297"/>
            <ac:spMk id="2" creationId="{17DAF074-221D-A45A-FDB1-179A23D79C92}"/>
          </ac:spMkLst>
        </pc:spChg>
        <pc:spChg chg="mod">
          <ac:chgData name="Moreno, Rosa Maria" userId="fd624066-e12f-462a-86d0-2f11dbb4bb81" providerId="ADAL" clId="{5984DFBE-C1AA-4D0D-9461-E0318C4100D7}" dt="2025-10-30T10:23:08.827" v="1440"/>
          <ac:spMkLst>
            <pc:docMk/>
            <pc:sldMk cId="1889624016" sldId="297"/>
            <ac:spMk id="14" creationId="{52E1C71A-8D42-596B-582E-962C8E51A574}"/>
          </ac:spMkLst>
        </pc:spChg>
        <pc:spChg chg="mod">
          <ac:chgData name="Moreno, Rosa Maria" userId="fd624066-e12f-462a-86d0-2f11dbb4bb81" providerId="ADAL" clId="{5984DFBE-C1AA-4D0D-9461-E0318C4100D7}" dt="2025-10-30T10:23:34.731" v="1441"/>
          <ac:spMkLst>
            <pc:docMk/>
            <pc:sldMk cId="1889624016" sldId="297"/>
            <ac:spMk id="18" creationId="{1BDC5E01-9D88-2EB9-B4CE-EEBDDCFC3709}"/>
          </ac:spMkLst>
        </pc:spChg>
        <pc:spChg chg="mod">
          <ac:chgData name="Moreno, Rosa Maria" userId="fd624066-e12f-462a-86d0-2f11dbb4bb81" providerId="ADAL" clId="{5984DFBE-C1AA-4D0D-9461-E0318C4100D7}" dt="2025-10-30T10:21:13.222" v="1439" actId="1036"/>
          <ac:spMkLst>
            <pc:docMk/>
            <pc:sldMk cId="1889624016" sldId="297"/>
            <ac:spMk id="19" creationId="{87B810F5-8181-9574-E3F9-27954BDB7E77}"/>
          </ac:spMkLst>
        </pc:spChg>
        <pc:spChg chg="mod">
          <ac:chgData name="Moreno, Rosa Maria" userId="fd624066-e12f-462a-86d0-2f11dbb4bb81" providerId="ADAL" clId="{5984DFBE-C1AA-4D0D-9461-E0318C4100D7}" dt="2025-10-30T10:21:09.578" v="1432" actId="1076"/>
          <ac:spMkLst>
            <pc:docMk/>
            <pc:sldMk cId="1889624016" sldId="297"/>
            <ac:spMk id="20" creationId="{3E499167-6257-486A-25F7-0DABBCF56197}"/>
          </ac:spMkLst>
        </pc:spChg>
        <pc:picChg chg="mod">
          <ac:chgData name="Moreno, Rosa Maria" userId="fd624066-e12f-462a-86d0-2f11dbb4bb81" providerId="ADAL" clId="{5984DFBE-C1AA-4D0D-9461-E0318C4100D7}" dt="2025-10-30T10:19:12.689" v="1424" actId="1076"/>
          <ac:picMkLst>
            <pc:docMk/>
            <pc:sldMk cId="1889624016" sldId="297"/>
            <ac:picMk id="13" creationId="{A18A6D29-BC8E-88A1-98F9-1988FCECE309}"/>
          </ac:picMkLst>
        </pc:picChg>
        <pc:picChg chg="del mod">
          <ac:chgData name="Moreno, Rosa Maria" userId="fd624066-e12f-462a-86d0-2f11dbb4bb81" providerId="ADAL" clId="{5984DFBE-C1AA-4D0D-9461-E0318C4100D7}" dt="2025-10-30T10:19:01.888" v="1422" actId="478"/>
          <ac:picMkLst>
            <pc:docMk/>
            <pc:sldMk cId="1889624016" sldId="297"/>
            <ac:picMk id="21" creationId="{52D3DFCF-BF27-2A9C-8C6A-D771F581D955}"/>
          </ac:picMkLst>
        </pc:picChg>
        <pc:picChg chg="del">
          <ac:chgData name="Moreno, Rosa Maria" userId="fd624066-e12f-462a-86d0-2f11dbb4bb81" providerId="ADAL" clId="{5984DFBE-C1AA-4D0D-9461-E0318C4100D7}" dt="2025-10-30T10:19:06.245" v="1423" actId="478"/>
          <ac:picMkLst>
            <pc:docMk/>
            <pc:sldMk cId="1889624016" sldId="297"/>
            <ac:picMk id="22" creationId="{9A9C55DB-96F4-98FA-BD07-C26ECE11D770}"/>
          </ac:picMkLst>
        </pc:picChg>
      </pc:sldChg>
      <pc:sldChg chg="addSp delSp modSp add del mod modClrScheme chgLayout">
        <pc:chgData name="Moreno, Rosa Maria" userId="fd624066-e12f-462a-86d0-2f11dbb4bb81" providerId="ADAL" clId="{5984DFBE-C1AA-4D0D-9461-E0318C4100D7}" dt="2025-10-30T09:36:58.696" v="800" actId="47"/>
        <pc:sldMkLst>
          <pc:docMk/>
          <pc:sldMk cId="3867644367" sldId="298"/>
        </pc:sldMkLst>
        <pc:spChg chg="mod">
          <ac:chgData name="Moreno, Rosa Maria" userId="fd624066-e12f-462a-86d0-2f11dbb4bb81" providerId="ADAL" clId="{5984DFBE-C1AA-4D0D-9461-E0318C4100D7}" dt="2025-10-30T09:36:36.686" v="797" actId="26606"/>
          <ac:spMkLst>
            <pc:docMk/>
            <pc:sldMk cId="3867644367" sldId="298"/>
            <ac:spMk id="7" creationId="{014E5EE9-BB62-223C-4CB1-53976AFA4551}"/>
          </ac:spMkLst>
        </pc:spChg>
        <pc:spChg chg="del">
          <ac:chgData name="Moreno, Rosa Maria" userId="fd624066-e12f-462a-86d0-2f11dbb4bb81" providerId="ADAL" clId="{5984DFBE-C1AA-4D0D-9461-E0318C4100D7}" dt="2025-10-30T09:36:36.686" v="797" actId="26606"/>
          <ac:spMkLst>
            <pc:docMk/>
            <pc:sldMk cId="3867644367" sldId="298"/>
            <ac:spMk id="8" creationId="{05B30C2F-8F5A-8778-B31E-B34F84B95D04}"/>
          </ac:spMkLst>
        </pc:spChg>
        <pc:spChg chg="add mod">
          <ac:chgData name="Moreno, Rosa Maria" userId="fd624066-e12f-462a-86d0-2f11dbb4bb81" providerId="ADAL" clId="{5984DFBE-C1AA-4D0D-9461-E0318C4100D7}" dt="2025-10-30T09:36:36.686" v="797" actId="26606"/>
          <ac:spMkLst>
            <pc:docMk/>
            <pc:sldMk cId="3867644367" sldId="298"/>
            <ac:spMk id="13" creationId="{3A1D1D61-7146-6854-1DC5-5234C05A91B9}"/>
          </ac:spMkLst>
        </pc:spChg>
        <pc:picChg chg="mod ord">
          <ac:chgData name="Moreno, Rosa Maria" userId="fd624066-e12f-462a-86d0-2f11dbb4bb81" providerId="ADAL" clId="{5984DFBE-C1AA-4D0D-9461-E0318C4100D7}" dt="2025-10-30T09:36:36.686" v="797" actId="26606"/>
          <ac:picMkLst>
            <pc:docMk/>
            <pc:sldMk cId="3867644367" sldId="298"/>
            <ac:picMk id="5" creationId="{9CBFBF60-77BF-F215-772C-D4895023DA3B}"/>
          </ac:picMkLst>
        </pc:picChg>
      </pc:sldChg>
      <pc:sldChg chg="add del">
        <pc:chgData name="Moreno, Rosa Maria" userId="fd624066-e12f-462a-86d0-2f11dbb4bb81" providerId="ADAL" clId="{5984DFBE-C1AA-4D0D-9461-E0318C4100D7}" dt="2025-10-30T09:38:53.480" v="839" actId="2696"/>
        <pc:sldMkLst>
          <pc:docMk/>
          <pc:sldMk cId="237761439" sldId="299"/>
        </pc:sldMkLst>
      </pc:sldChg>
      <pc:sldChg chg="add del">
        <pc:chgData name="Moreno, Rosa Maria" userId="fd624066-e12f-462a-86d0-2f11dbb4bb81" providerId="ADAL" clId="{5984DFBE-C1AA-4D0D-9461-E0318C4100D7}" dt="2025-10-30T12:39:06.399" v="2022" actId="2696"/>
        <pc:sldMkLst>
          <pc:docMk/>
          <pc:sldMk cId="2469503500" sldId="300"/>
        </pc:sldMkLst>
      </pc:sldChg>
      <pc:sldChg chg="add del">
        <pc:chgData name="Moreno, Rosa Maria" userId="fd624066-e12f-462a-86d0-2f11dbb4bb81" providerId="ADAL" clId="{5984DFBE-C1AA-4D0D-9461-E0318C4100D7}" dt="2025-10-30T10:15:40.252" v="1418" actId="2696"/>
        <pc:sldMkLst>
          <pc:docMk/>
          <pc:sldMk cId="3314816455" sldId="300"/>
        </pc:sldMkLst>
      </pc:sldChg>
      <pc:sldChg chg="add del">
        <pc:chgData name="Moreno, Rosa Maria" userId="fd624066-e12f-462a-86d0-2f11dbb4bb81" providerId="ADAL" clId="{5984DFBE-C1AA-4D0D-9461-E0318C4100D7}" dt="2025-10-30T12:39:29.521" v="2023" actId="2696"/>
        <pc:sldMkLst>
          <pc:docMk/>
          <pc:sldMk cId="1924496648" sldId="301"/>
        </pc:sldMkLst>
      </pc:sldChg>
      <pc:sldChg chg="add del">
        <pc:chgData name="Moreno, Rosa Maria" userId="fd624066-e12f-462a-86d0-2f11dbb4bb81" providerId="ADAL" clId="{5984DFBE-C1AA-4D0D-9461-E0318C4100D7}" dt="2025-10-30T10:15:40.252" v="1418" actId="2696"/>
        <pc:sldMkLst>
          <pc:docMk/>
          <pc:sldMk cId="4059865265" sldId="301"/>
        </pc:sldMkLst>
      </pc:sldChg>
      <pc:sldChg chg="add del">
        <pc:chgData name="Moreno, Rosa Maria" userId="fd624066-e12f-462a-86d0-2f11dbb4bb81" providerId="ADAL" clId="{5984DFBE-C1AA-4D0D-9461-E0318C4100D7}" dt="2025-10-30T10:03:39.099" v="1417" actId="47"/>
        <pc:sldMkLst>
          <pc:docMk/>
          <pc:sldMk cId="2826421740" sldId="302"/>
        </pc:sldMkLst>
      </pc:sldChg>
      <pc:sldChg chg="modSp add mod">
        <pc:chgData name="Moreno, Rosa Maria" userId="fd624066-e12f-462a-86d0-2f11dbb4bb81" providerId="ADAL" clId="{5984DFBE-C1AA-4D0D-9461-E0318C4100D7}" dt="2025-10-30T12:48:57.399" v="2083" actId="20577"/>
        <pc:sldMkLst>
          <pc:docMk/>
          <pc:sldMk cId="2767361669" sldId="311"/>
        </pc:sldMkLst>
        <pc:spChg chg="mod">
          <ac:chgData name="Moreno, Rosa Maria" userId="fd624066-e12f-462a-86d0-2f11dbb4bb81" providerId="ADAL" clId="{5984DFBE-C1AA-4D0D-9461-E0318C4100D7}" dt="2025-10-30T12:48:57.399" v="2083" actId="20577"/>
          <ac:spMkLst>
            <pc:docMk/>
            <pc:sldMk cId="2767361669" sldId="311"/>
            <ac:spMk id="2" creationId="{AC7C0606-4E2B-62CA-BF1C-D9B54E762C4E}"/>
          </ac:spMkLst>
        </pc:spChg>
      </pc:sldChg>
      <pc:sldChg chg="add del">
        <pc:chgData name="Moreno, Rosa Maria" userId="fd624066-e12f-462a-86d0-2f11dbb4bb81" providerId="ADAL" clId="{5984DFBE-C1AA-4D0D-9461-E0318C4100D7}" dt="2025-10-30T10:15:40.252" v="1418" actId="2696"/>
        <pc:sldMkLst>
          <pc:docMk/>
          <pc:sldMk cId="4036325088" sldId="311"/>
        </pc:sldMkLst>
      </pc:sldChg>
      <pc:sldChg chg="addSp delSp modSp add mod modClrScheme delDesignElem chgLayout">
        <pc:chgData name="Moreno, Rosa Maria" userId="fd624066-e12f-462a-86d0-2f11dbb4bb81" providerId="ADAL" clId="{5984DFBE-C1AA-4D0D-9461-E0318C4100D7}" dt="2025-10-30T10:02:05.480" v="1375" actId="1036"/>
        <pc:sldMkLst>
          <pc:docMk/>
          <pc:sldMk cId="3984034346" sldId="312"/>
        </pc:sldMkLst>
        <pc:spChg chg="mod ord">
          <ac:chgData name="Moreno, Rosa Maria" userId="fd624066-e12f-462a-86d0-2f11dbb4bb81" providerId="ADAL" clId="{5984DFBE-C1AA-4D0D-9461-E0318C4100D7}" dt="2025-10-30T09:54:38.294" v="1147" actId="700"/>
          <ac:spMkLst>
            <pc:docMk/>
            <pc:sldMk cId="3984034346" sldId="312"/>
            <ac:spMk id="2" creationId="{3930C930-E6B2-5D65-0CEB-0EDC685EEE79}"/>
          </ac:spMkLst>
        </pc:spChg>
        <pc:spChg chg="add mod">
          <ac:chgData name="Moreno, Rosa Maria" userId="fd624066-e12f-462a-86d0-2f11dbb4bb81" providerId="ADAL" clId="{5984DFBE-C1AA-4D0D-9461-E0318C4100D7}" dt="2025-10-30T10:01:17.734" v="1352" actId="1076"/>
          <ac:spMkLst>
            <pc:docMk/>
            <pc:sldMk cId="3984034346" sldId="312"/>
            <ac:spMk id="5" creationId="{3444B5C8-0916-5FDF-E35B-F7E3CECF3A72}"/>
          </ac:spMkLst>
        </pc:spChg>
        <pc:spChg chg="del mod ord">
          <ac:chgData name="Moreno, Rosa Maria" userId="fd624066-e12f-462a-86d0-2f11dbb4bb81" providerId="ADAL" clId="{5984DFBE-C1AA-4D0D-9461-E0318C4100D7}" dt="2025-10-30T09:56:43.004" v="1258" actId="478"/>
          <ac:spMkLst>
            <pc:docMk/>
            <pc:sldMk cId="3984034346" sldId="312"/>
            <ac:spMk id="6" creationId="{585DCDD8-C941-9569-544B-BF0A4768AA0D}"/>
          </ac:spMkLst>
        </pc:spChg>
        <pc:spChg chg="mod ord">
          <ac:chgData name="Moreno, Rosa Maria" userId="fd624066-e12f-462a-86d0-2f11dbb4bb81" providerId="ADAL" clId="{5984DFBE-C1AA-4D0D-9461-E0318C4100D7}" dt="2025-10-30T09:57:57.248" v="1283" actId="20577"/>
          <ac:spMkLst>
            <pc:docMk/>
            <pc:sldMk cId="3984034346" sldId="312"/>
            <ac:spMk id="11" creationId="{8A460921-D823-6C5E-B163-200945D5211D}"/>
          </ac:spMkLst>
        </pc:spChg>
        <pc:spChg chg="add del mod">
          <ac:chgData name="Moreno, Rosa Maria" userId="fd624066-e12f-462a-86d0-2f11dbb4bb81" providerId="ADAL" clId="{5984DFBE-C1AA-4D0D-9461-E0318C4100D7}" dt="2025-10-30T09:56:45.243" v="1259" actId="478"/>
          <ac:spMkLst>
            <pc:docMk/>
            <pc:sldMk cId="3984034346" sldId="312"/>
            <ac:spMk id="12" creationId="{9C882060-397B-A108-CD47-A5F56F0D0C6A}"/>
          </ac:spMkLst>
        </pc:spChg>
        <pc:spChg chg="add mod">
          <ac:chgData name="Moreno, Rosa Maria" userId="fd624066-e12f-462a-86d0-2f11dbb4bb81" providerId="ADAL" clId="{5984DFBE-C1AA-4D0D-9461-E0318C4100D7}" dt="2025-10-30T10:01:03.866" v="1349" actId="1038"/>
          <ac:spMkLst>
            <pc:docMk/>
            <pc:sldMk cId="3984034346" sldId="312"/>
            <ac:spMk id="13" creationId="{2E854AB1-0F66-B386-0060-05D7F61221A2}"/>
          </ac:spMkLst>
        </pc:spChg>
        <pc:spChg chg="add mod">
          <ac:chgData name="Moreno, Rosa Maria" userId="fd624066-e12f-462a-86d0-2f11dbb4bb81" providerId="ADAL" clId="{5984DFBE-C1AA-4D0D-9461-E0318C4100D7}" dt="2025-10-30T09:58:57.527" v="1303"/>
          <ac:spMkLst>
            <pc:docMk/>
            <pc:sldMk cId="3984034346" sldId="312"/>
            <ac:spMk id="14" creationId="{548635BA-DF79-4222-2072-ED21C207AC51}"/>
          </ac:spMkLst>
        </pc:spChg>
        <pc:spChg chg="add mod">
          <ac:chgData name="Moreno, Rosa Maria" userId="fd624066-e12f-462a-86d0-2f11dbb4bb81" providerId="ADAL" clId="{5984DFBE-C1AA-4D0D-9461-E0318C4100D7}" dt="2025-10-30T10:01:09.095" v="1350" actId="1076"/>
          <ac:spMkLst>
            <pc:docMk/>
            <pc:sldMk cId="3984034346" sldId="312"/>
            <ac:spMk id="15" creationId="{1BEFB759-F434-0604-0A8B-6FA566ECBC0B}"/>
          </ac:spMkLst>
        </pc:spChg>
        <pc:spChg chg="add del">
          <ac:chgData name="Moreno, Rosa Maria" userId="fd624066-e12f-462a-86d0-2f11dbb4bb81" providerId="ADAL" clId="{5984DFBE-C1AA-4D0D-9461-E0318C4100D7}" dt="2025-10-30T09:54:38.294" v="1147" actId="700"/>
          <ac:spMkLst>
            <pc:docMk/>
            <pc:sldMk cId="3984034346" sldId="312"/>
            <ac:spMk id="35" creationId="{D485A7A9-986F-A90B-E5A6-94D9BA4480B5}"/>
          </ac:spMkLst>
        </pc:spChg>
        <pc:spChg chg="add del">
          <ac:chgData name="Moreno, Rosa Maria" userId="fd624066-e12f-462a-86d0-2f11dbb4bb81" providerId="ADAL" clId="{5984DFBE-C1AA-4D0D-9461-E0318C4100D7}" dt="2025-10-30T09:54:38.294" v="1147" actId="700"/>
          <ac:spMkLst>
            <pc:docMk/>
            <pc:sldMk cId="3984034346" sldId="312"/>
            <ac:spMk id="37" creationId="{45189A5A-FBA2-5BD1-AA25-04F6F28B1B66}"/>
          </ac:spMkLst>
        </pc:spChg>
        <pc:picChg chg="add mod">
          <ac:chgData name="Moreno, Rosa Maria" userId="fd624066-e12f-462a-86d0-2f11dbb4bb81" providerId="ADAL" clId="{5984DFBE-C1AA-4D0D-9461-E0318C4100D7}" dt="2025-10-30T10:02:01.212" v="1367" actId="1036"/>
          <ac:picMkLst>
            <pc:docMk/>
            <pc:sldMk cId="3984034346" sldId="312"/>
            <ac:picMk id="4" creationId="{53214B72-0286-CD2D-606B-E0590B2ECABF}"/>
          </ac:picMkLst>
        </pc:picChg>
        <pc:picChg chg="del">
          <ac:chgData name="Moreno, Rosa Maria" userId="fd624066-e12f-462a-86d0-2f11dbb4bb81" providerId="ADAL" clId="{5984DFBE-C1AA-4D0D-9461-E0318C4100D7}" dt="2025-10-30T09:52:08.821" v="1117" actId="478"/>
          <ac:picMkLst>
            <pc:docMk/>
            <pc:sldMk cId="3984034346" sldId="312"/>
            <ac:picMk id="7" creationId="{B4DEBB19-3C69-19E4-9765-3F7D53D428E4}"/>
          </ac:picMkLst>
        </pc:picChg>
        <pc:picChg chg="add mod">
          <ac:chgData name="Moreno, Rosa Maria" userId="fd624066-e12f-462a-86d0-2f11dbb4bb81" providerId="ADAL" clId="{5984DFBE-C1AA-4D0D-9461-E0318C4100D7}" dt="2025-10-30T10:01:48.675" v="1356" actId="1582"/>
          <ac:picMkLst>
            <pc:docMk/>
            <pc:sldMk cId="3984034346" sldId="312"/>
            <ac:picMk id="9" creationId="{88E66C24-9A86-D7DD-7FAB-B47CFB2ADB46}"/>
          </ac:picMkLst>
        </pc:picChg>
        <pc:picChg chg="add mod modCrop">
          <ac:chgData name="Moreno, Rosa Maria" userId="fd624066-e12f-462a-86d0-2f11dbb4bb81" providerId="ADAL" clId="{5984DFBE-C1AA-4D0D-9461-E0318C4100D7}" dt="2025-10-30T10:02:05.480" v="1375" actId="1036"/>
          <ac:picMkLst>
            <pc:docMk/>
            <pc:sldMk cId="3984034346" sldId="312"/>
            <ac:picMk id="17" creationId="{13616A3F-69FE-5008-6D00-6CB65949E1B7}"/>
          </ac:picMkLst>
        </pc:picChg>
      </pc:sldChg>
      <pc:sldChg chg="addSp delSp modSp add mod modClrScheme delDesignElem chgLayout">
        <pc:chgData name="Moreno, Rosa Maria" userId="fd624066-e12f-462a-86d0-2f11dbb4bb81" providerId="ADAL" clId="{5984DFBE-C1AA-4D0D-9461-E0318C4100D7}" dt="2025-10-30T10:28:56.717" v="1519" actId="26606"/>
        <pc:sldMkLst>
          <pc:docMk/>
          <pc:sldMk cId="3761370443" sldId="313"/>
        </pc:sldMkLst>
        <pc:spChg chg="mod ord">
          <ac:chgData name="Moreno, Rosa Maria" userId="fd624066-e12f-462a-86d0-2f11dbb4bb81" providerId="ADAL" clId="{5984DFBE-C1AA-4D0D-9461-E0318C4100D7}" dt="2025-10-30T10:28:56.717" v="1519" actId="26606"/>
          <ac:spMkLst>
            <pc:docMk/>
            <pc:sldMk cId="3761370443" sldId="313"/>
            <ac:spMk id="2" creationId="{3604A0D9-CFC3-0936-1C20-8A70D2DBFAA8}"/>
          </ac:spMkLst>
        </pc:spChg>
        <pc:spChg chg="mod ord">
          <ac:chgData name="Moreno, Rosa Maria" userId="fd624066-e12f-462a-86d0-2f11dbb4bb81" providerId="ADAL" clId="{5984DFBE-C1AA-4D0D-9461-E0318C4100D7}" dt="2025-10-30T10:28:56.717" v="1519" actId="26606"/>
          <ac:spMkLst>
            <pc:docMk/>
            <pc:sldMk cId="3761370443" sldId="313"/>
            <ac:spMk id="3" creationId="{E9401872-3F5C-7A12-9A9B-B2886B235CF4}"/>
          </ac:spMkLst>
        </pc:spChg>
        <pc:spChg chg="add del">
          <ac:chgData name="Moreno, Rosa Maria" userId="fd624066-e12f-462a-86d0-2f11dbb4bb81" providerId="ADAL" clId="{5984DFBE-C1AA-4D0D-9461-E0318C4100D7}" dt="2025-10-30T10:28:56.717" v="1519" actId="26606"/>
          <ac:spMkLst>
            <pc:docMk/>
            <pc:sldMk cId="3761370443" sldId="313"/>
            <ac:spMk id="27" creationId="{C7E5983F-EC8E-377F-B99C-55F7D5E27150}"/>
          </ac:spMkLst>
        </pc:spChg>
        <pc:spChg chg="add">
          <ac:chgData name="Moreno, Rosa Maria" userId="fd624066-e12f-462a-86d0-2f11dbb4bb81" providerId="ADAL" clId="{5984DFBE-C1AA-4D0D-9461-E0318C4100D7}" dt="2025-10-30T10:28:56.717" v="1519" actId="26606"/>
          <ac:spMkLst>
            <pc:docMk/>
            <pc:sldMk cId="3761370443" sldId="313"/>
            <ac:spMk id="34" creationId="{EFA9B6C6-A247-48A8-9A1C-1E36FA9456B5}"/>
          </ac:spMkLst>
        </pc:spChg>
        <pc:spChg chg="add">
          <ac:chgData name="Moreno, Rosa Maria" userId="fd624066-e12f-462a-86d0-2f11dbb4bb81" providerId="ADAL" clId="{5984DFBE-C1AA-4D0D-9461-E0318C4100D7}" dt="2025-10-30T10:28:56.717" v="1519" actId="26606"/>
          <ac:spMkLst>
            <pc:docMk/>
            <pc:sldMk cId="3761370443" sldId="313"/>
            <ac:spMk id="36" creationId="{C5CB530E-515E-412C-9DF1-5F8FFBD6F383}"/>
          </ac:spMkLst>
        </pc:spChg>
        <pc:spChg chg="add">
          <ac:chgData name="Moreno, Rosa Maria" userId="fd624066-e12f-462a-86d0-2f11dbb4bb81" providerId="ADAL" clId="{5984DFBE-C1AA-4D0D-9461-E0318C4100D7}" dt="2025-10-30T10:28:56.717" v="1519" actId="26606"/>
          <ac:spMkLst>
            <pc:docMk/>
            <pc:sldMk cId="3761370443" sldId="313"/>
            <ac:spMk id="38" creationId="{712D4376-A578-4FF1-94FC-245E7A6A489F}"/>
          </ac:spMkLst>
        </pc:spChg>
        <pc:spChg chg="add">
          <ac:chgData name="Moreno, Rosa Maria" userId="fd624066-e12f-462a-86d0-2f11dbb4bb81" providerId="ADAL" clId="{5984DFBE-C1AA-4D0D-9461-E0318C4100D7}" dt="2025-10-30T10:28:56.717" v="1519" actId="26606"/>
          <ac:spMkLst>
            <pc:docMk/>
            <pc:sldMk cId="3761370443" sldId="313"/>
            <ac:spMk id="40" creationId="{AEA7509D-F04F-40CB-A0B3-EEF16499CC9F}"/>
          </ac:spMkLst>
        </pc:spChg>
        <pc:cxnChg chg="add del">
          <ac:chgData name="Moreno, Rosa Maria" userId="fd624066-e12f-462a-86d0-2f11dbb4bb81" providerId="ADAL" clId="{5984DFBE-C1AA-4D0D-9461-E0318C4100D7}" dt="2025-10-30T10:28:56.717" v="1519" actId="26606"/>
          <ac:cxnSpMkLst>
            <pc:docMk/>
            <pc:sldMk cId="3761370443" sldId="313"/>
            <ac:cxnSpMk id="29" creationId="{62B4617F-7BAB-596E-7CC4-0E36E8F32C16}"/>
          </ac:cxnSpMkLst>
        </pc:cxnChg>
        <pc:cxnChg chg="add">
          <ac:chgData name="Moreno, Rosa Maria" userId="fd624066-e12f-462a-86d0-2f11dbb4bb81" providerId="ADAL" clId="{5984DFBE-C1AA-4D0D-9461-E0318C4100D7}" dt="2025-10-30T10:28:56.717" v="1519" actId="26606"/>
          <ac:cxnSpMkLst>
            <pc:docMk/>
            <pc:sldMk cId="3761370443" sldId="313"/>
            <ac:cxnSpMk id="42" creationId="{56020367-4FD5-4596-8E10-C5F095CD8DBF}"/>
          </ac:cxnSpMkLst>
        </pc:cxnChg>
      </pc:sldChg>
      <pc:sldChg chg="addSp delSp modSp add mod ord addAnim">
        <pc:chgData name="Moreno, Rosa Maria" userId="fd624066-e12f-462a-86d0-2f11dbb4bb81" providerId="ADAL" clId="{5984DFBE-C1AA-4D0D-9461-E0318C4100D7}" dt="2025-10-30T10:29:14.167" v="1521"/>
        <pc:sldMkLst>
          <pc:docMk/>
          <pc:sldMk cId="4224594832" sldId="314"/>
        </pc:sldMkLst>
        <pc:spChg chg="mod">
          <ac:chgData name="Moreno, Rosa Maria" userId="fd624066-e12f-462a-86d0-2f11dbb4bb81" providerId="ADAL" clId="{5984DFBE-C1AA-4D0D-9461-E0318C4100D7}" dt="2025-10-30T10:29:14.162" v="1520" actId="26606"/>
          <ac:spMkLst>
            <pc:docMk/>
            <pc:sldMk cId="4224594832" sldId="314"/>
            <ac:spMk id="2" creationId="{B5E8C2C8-376B-2B57-CC9C-EFA2514863A7}"/>
          </ac:spMkLst>
        </pc:spChg>
        <pc:spChg chg="mod">
          <ac:chgData name="Moreno, Rosa Maria" userId="fd624066-e12f-462a-86d0-2f11dbb4bb81" providerId="ADAL" clId="{5984DFBE-C1AA-4D0D-9461-E0318C4100D7}" dt="2025-10-30T10:29:14.162" v="1520" actId="26606"/>
          <ac:spMkLst>
            <pc:docMk/>
            <pc:sldMk cId="4224594832" sldId="314"/>
            <ac:spMk id="3" creationId="{4A00CF8C-BC34-EEEB-2A92-031490F2E9C0}"/>
          </ac:spMkLst>
        </pc:spChg>
        <pc:spChg chg="del">
          <ac:chgData name="Moreno, Rosa Maria" userId="fd624066-e12f-462a-86d0-2f11dbb4bb81" providerId="ADAL" clId="{5984DFBE-C1AA-4D0D-9461-E0318C4100D7}" dt="2025-10-30T10:29:14.162" v="1520" actId="26606"/>
          <ac:spMkLst>
            <pc:docMk/>
            <pc:sldMk cId="4224594832" sldId="314"/>
            <ac:spMk id="27" creationId="{178193CF-D81F-2A4E-3C0E-457C88257FBE}"/>
          </ac:spMkLst>
        </pc:spChg>
        <pc:spChg chg="add">
          <ac:chgData name="Moreno, Rosa Maria" userId="fd624066-e12f-462a-86d0-2f11dbb4bb81" providerId="ADAL" clId="{5984DFBE-C1AA-4D0D-9461-E0318C4100D7}" dt="2025-10-30T10:29:14.162" v="1520" actId="26606"/>
          <ac:spMkLst>
            <pc:docMk/>
            <pc:sldMk cId="4224594832" sldId="314"/>
            <ac:spMk id="34" creationId="{EFA9B6C6-A247-48A8-9A1C-1E36FA9456B5}"/>
          </ac:spMkLst>
        </pc:spChg>
        <pc:spChg chg="add">
          <ac:chgData name="Moreno, Rosa Maria" userId="fd624066-e12f-462a-86d0-2f11dbb4bb81" providerId="ADAL" clId="{5984DFBE-C1AA-4D0D-9461-E0318C4100D7}" dt="2025-10-30T10:29:14.162" v="1520" actId="26606"/>
          <ac:spMkLst>
            <pc:docMk/>
            <pc:sldMk cId="4224594832" sldId="314"/>
            <ac:spMk id="36" creationId="{C5CB530E-515E-412C-9DF1-5F8FFBD6F383}"/>
          </ac:spMkLst>
        </pc:spChg>
        <pc:spChg chg="add">
          <ac:chgData name="Moreno, Rosa Maria" userId="fd624066-e12f-462a-86d0-2f11dbb4bb81" providerId="ADAL" clId="{5984DFBE-C1AA-4D0D-9461-E0318C4100D7}" dt="2025-10-30T10:29:14.162" v="1520" actId="26606"/>
          <ac:spMkLst>
            <pc:docMk/>
            <pc:sldMk cId="4224594832" sldId="314"/>
            <ac:spMk id="38" creationId="{712D4376-A578-4FF1-94FC-245E7A6A489F}"/>
          </ac:spMkLst>
        </pc:spChg>
        <pc:spChg chg="add">
          <ac:chgData name="Moreno, Rosa Maria" userId="fd624066-e12f-462a-86d0-2f11dbb4bb81" providerId="ADAL" clId="{5984DFBE-C1AA-4D0D-9461-E0318C4100D7}" dt="2025-10-30T10:29:14.162" v="1520" actId="26606"/>
          <ac:spMkLst>
            <pc:docMk/>
            <pc:sldMk cId="4224594832" sldId="314"/>
            <ac:spMk id="40" creationId="{AEA7509D-F04F-40CB-A0B3-EEF16499CC9F}"/>
          </ac:spMkLst>
        </pc:spChg>
        <pc:cxnChg chg="del">
          <ac:chgData name="Moreno, Rosa Maria" userId="fd624066-e12f-462a-86d0-2f11dbb4bb81" providerId="ADAL" clId="{5984DFBE-C1AA-4D0D-9461-E0318C4100D7}" dt="2025-10-30T10:29:14.162" v="1520" actId="26606"/>
          <ac:cxnSpMkLst>
            <pc:docMk/>
            <pc:sldMk cId="4224594832" sldId="314"/>
            <ac:cxnSpMk id="29" creationId="{2F37BFD1-B1F6-78D8-B082-84F6D8586821}"/>
          </ac:cxnSpMkLst>
        </pc:cxnChg>
        <pc:cxnChg chg="add">
          <ac:chgData name="Moreno, Rosa Maria" userId="fd624066-e12f-462a-86d0-2f11dbb4bb81" providerId="ADAL" clId="{5984DFBE-C1AA-4D0D-9461-E0318C4100D7}" dt="2025-10-30T10:29:14.162" v="1520" actId="26606"/>
          <ac:cxnSpMkLst>
            <pc:docMk/>
            <pc:sldMk cId="4224594832" sldId="314"/>
            <ac:cxnSpMk id="42" creationId="{56020367-4FD5-4596-8E10-C5F095CD8DBF}"/>
          </ac:cxnSpMkLst>
        </pc:cxnChg>
      </pc:sldChg>
      <pc:sldChg chg="modSp add mod ord">
        <pc:chgData name="Moreno, Rosa Maria" userId="fd624066-e12f-462a-86d0-2f11dbb4bb81" providerId="ADAL" clId="{5984DFBE-C1AA-4D0D-9461-E0318C4100D7}" dt="2025-10-30T10:26:29.713" v="1473" actId="5793"/>
        <pc:sldMkLst>
          <pc:docMk/>
          <pc:sldMk cId="3590629462" sldId="315"/>
        </pc:sldMkLst>
        <pc:spChg chg="mod">
          <ac:chgData name="Moreno, Rosa Maria" userId="fd624066-e12f-462a-86d0-2f11dbb4bb81" providerId="ADAL" clId="{5984DFBE-C1AA-4D0D-9461-E0318C4100D7}" dt="2025-10-30T10:26:22.194" v="1468" actId="255"/>
          <ac:spMkLst>
            <pc:docMk/>
            <pc:sldMk cId="3590629462" sldId="315"/>
            <ac:spMk id="2" creationId="{94BF99BC-DA2D-6CB8-C8E9-09B2A1ED07EE}"/>
          </ac:spMkLst>
        </pc:spChg>
        <pc:spChg chg="mod">
          <ac:chgData name="Moreno, Rosa Maria" userId="fd624066-e12f-462a-86d0-2f11dbb4bb81" providerId="ADAL" clId="{5984DFBE-C1AA-4D0D-9461-E0318C4100D7}" dt="2025-10-30T10:26:29.713" v="1473" actId="5793"/>
          <ac:spMkLst>
            <pc:docMk/>
            <pc:sldMk cId="3590629462" sldId="315"/>
            <ac:spMk id="3" creationId="{34A3AC30-0057-25B5-8A4B-232498760A0F}"/>
          </ac:spMkLst>
        </pc:spChg>
      </pc:sldChg>
      <pc:sldChg chg="modSp add mod ord">
        <pc:chgData name="Moreno, Rosa Maria" userId="fd624066-e12f-462a-86d0-2f11dbb4bb81" providerId="ADAL" clId="{5984DFBE-C1AA-4D0D-9461-E0318C4100D7}" dt="2025-10-30T10:27:41.296" v="1517" actId="20577"/>
        <pc:sldMkLst>
          <pc:docMk/>
          <pc:sldMk cId="3042813045" sldId="316"/>
        </pc:sldMkLst>
        <pc:spChg chg="mod">
          <ac:chgData name="Moreno, Rosa Maria" userId="fd624066-e12f-462a-86d0-2f11dbb4bb81" providerId="ADAL" clId="{5984DFBE-C1AA-4D0D-9461-E0318C4100D7}" dt="2025-10-30T10:27:41.296" v="1517" actId="20577"/>
          <ac:spMkLst>
            <pc:docMk/>
            <pc:sldMk cId="3042813045" sldId="316"/>
            <ac:spMk id="3" creationId="{748A821B-0F7B-ADEF-AAC6-836BD443F92C}"/>
          </ac:spMkLst>
        </pc:spChg>
      </pc:sldChg>
      <pc:sldChg chg="addSp delSp modSp add del mod">
        <pc:chgData name="Moreno, Rosa Maria" userId="fd624066-e12f-462a-86d0-2f11dbb4bb81" providerId="ADAL" clId="{5984DFBE-C1AA-4D0D-9461-E0318C4100D7}" dt="2025-10-30T10:59:42.677" v="1687" actId="2696"/>
        <pc:sldMkLst>
          <pc:docMk/>
          <pc:sldMk cId="1662531301" sldId="317"/>
        </pc:sldMkLst>
        <pc:spChg chg="mod ord">
          <ac:chgData name="Moreno, Rosa Maria" userId="fd624066-e12f-462a-86d0-2f11dbb4bb81" providerId="ADAL" clId="{5984DFBE-C1AA-4D0D-9461-E0318C4100D7}" dt="2025-10-30T10:56:21.294" v="1660" actId="14100"/>
          <ac:spMkLst>
            <pc:docMk/>
            <pc:sldMk cId="1662531301" sldId="317"/>
            <ac:spMk id="2" creationId="{B45A7087-C8F3-5905-8702-7E8328963F00}"/>
          </ac:spMkLst>
        </pc:spChg>
        <pc:spChg chg="del mod">
          <ac:chgData name="Moreno, Rosa Maria" userId="fd624066-e12f-462a-86d0-2f11dbb4bb81" providerId="ADAL" clId="{5984DFBE-C1AA-4D0D-9461-E0318C4100D7}" dt="2025-10-30T10:53:32.028" v="1644" actId="478"/>
          <ac:spMkLst>
            <pc:docMk/>
            <pc:sldMk cId="1662531301" sldId="317"/>
            <ac:spMk id="5" creationId="{468E5E03-C063-2E5C-DAFC-E3B5338F348A}"/>
          </ac:spMkLst>
        </pc:spChg>
        <pc:spChg chg="mod ord">
          <ac:chgData name="Moreno, Rosa Maria" userId="fd624066-e12f-462a-86d0-2f11dbb4bb81" providerId="ADAL" clId="{5984DFBE-C1AA-4D0D-9461-E0318C4100D7}" dt="2025-10-30T10:56:29.367" v="1663"/>
          <ac:spMkLst>
            <pc:docMk/>
            <pc:sldMk cId="1662531301" sldId="317"/>
            <ac:spMk id="11" creationId="{12EFD16C-D607-766D-2E23-9B1A63B055D4}"/>
          </ac:spMkLst>
        </pc:spChg>
        <pc:spChg chg="del">
          <ac:chgData name="Moreno, Rosa Maria" userId="fd624066-e12f-462a-86d0-2f11dbb4bb81" providerId="ADAL" clId="{5984DFBE-C1AA-4D0D-9461-E0318C4100D7}" dt="2025-10-30T10:53:47.924" v="1645" actId="478"/>
          <ac:spMkLst>
            <pc:docMk/>
            <pc:sldMk cId="1662531301" sldId="317"/>
            <ac:spMk id="13" creationId="{B559EBE6-F054-6264-C222-629B4E96A381}"/>
          </ac:spMkLst>
        </pc:spChg>
        <pc:spChg chg="add del mod">
          <ac:chgData name="Moreno, Rosa Maria" userId="fd624066-e12f-462a-86d0-2f11dbb4bb81" providerId="ADAL" clId="{5984DFBE-C1AA-4D0D-9461-E0318C4100D7}" dt="2025-10-30T10:56:27.417" v="1662" actId="27636"/>
          <ac:spMkLst>
            <pc:docMk/>
            <pc:sldMk cId="1662531301" sldId="317"/>
            <ac:spMk id="15" creationId="{943619F4-2FC2-ABB1-B3E3-FAD3D0CE5D93}"/>
          </ac:spMkLst>
        </pc:spChg>
        <pc:spChg chg="add del">
          <ac:chgData name="Moreno, Rosa Maria" userId="fd624066-e12f-462a-86d0-2f11dbb4bb81" providerId="ADAL" clId="{5984DFBE-C1AA-4D0D-9461-E0318C4100D7}" dt="2025-10-30T10:56:10.575" v="1659" actId="26606"/>
          <ac:spMkLst>
            <pc:docMk/>
            <pc:sldMk cId="1662531301" sldId="317"/>
            <ac:spMk id="35" creationId="{B793EE8C-51CA-A9C8-4E5C-9CD6C9DE22F5}"/>
          </ac:spMkLst>
        </pc:spChg>
        <pc:spChg chg="add del">
          <ac:chgData name="Moreno, Rosa Maria" userId="fd624066-e12f-462a-86d0-2f11dbb4bb81" providerId="ADAL" clId="{5984DFBE-C1AA-4D0D-9461-E0318C4100D7}" dt="2025-10-30T10:56:10.575" v="1659" actId="26606"/>
          <ac:spMkLst>
            <pc:docMk/>
            <pc:sldMk cId="1662531301" sldId="317"/>
            <ac:spMk id="37" creationId="{25C018C8-C03A-00D5-FFDD-652B0E99A2C4}"/>
          </ac:spMkLst>
        </pc:spChg>
        <pc:spChg chg="add del">
          <ac:chgData name="Moreno, Rosa Maria" userId="fd624066-e12f-462a-86d0-2f11dbb4bb81" providerId="ADAL" clId="{5984DFBE-C1AA-4D0D-9461-E0318C4100D7}" dt="2025-10-30T10:55:25.622" v="1657" actId="26606"/>
          <ac:spMkLst>
            <pc:docMk/>
            <pc:sldMk cId="1662531301" sldId="317"/>
            <ac:spMk id="42" creationId="{63F5877B-98C7-49DD-83AB-0F6F57CB6543}"/>
          </ac:spMkLst>
        </pc:spChg>
        <pc:spChg chg="add del">
          <ac:chgData name="Moreno, Rosa Maria" userId="fd624066-e12f-462a-86d0-2f11dbb4bb81" providerId="ADAL" clId="{5984DFBE-C1AA-4D0D-9461-E0318C4100D7}" dt="2025-10-30T10:55:25.622" v="1657" actId="26606"/>
          <ac:spMkLst>
            <pc:docMk/>
            <pc:sldMk cId="1662531301" sldId="317"/>
            <ac:spMk id="44" creationId="{4EA91930-66BC-4C41-B4F5-C31EB216F64B}"/>
          </ac:spMkLst>
        </pc:spChg>
        <pc:spChg chg="add del">
          <ac:chgData name="Moreno, Rosa Maria" userId="fd624066-e12f-462a-86d0-2f11dbb4bb81" providerId="ADAL" clId="{5984DFBE-C1AA-4D0D-9461-E0318C4100D7}" dt="2025-10-30T10:55:25.622" v="1657" actId="26606"/>
          <ac:spMkLst>
            <pc:docMk/>
            <pc:sldMk cId="1662531301" sldId="317"/>
            <ac:spMk id="46" creationId="{6313CF8F-B436-401E-9575-DE0F8E8B5B17}"/>
          </ac:spMkLst>
        </pc:spChg>
        <pc:spChg chg="add del">
          <ac:chgData name="Moreno, Rosa Maria" userId="fd624066-e12f-462a-86d0-2f11dbb4bb81" providerId="ADAL" clId="{5984DFBE-C1AA-4D0D-9461-E0318C4100D7}" dt="2025-10-30T10:55:25.622" v="1657" actId="26606"/>
          <ac:spMkLst>
            <pc:docMk/>
            <pc:sldMk cId="1662531301" sldId="317"/>
            <ac:spMk id="48" creationId="{2A38CFE9-C30A-4551-ACCB-D5808FBC39CD}"/>
          </ac:spMkLst>
        </pc:spChg>
        <pc:spChg chg="add del">
          <ac:chgData name="Moreno, Rosa Maria" userId="fd624066-e12f-462a-86d0-2f11dbb4bb81" providerId="ADAL" clId="{5984DFBE-C1AA-4D0D-9461-E0318C4100D7}" dt="2025-10-30T10:55:25.622" v="1657" actId="26606"/>
          <ac:spMkLst>
            <pc:docMk/>
            <pc:sldMk cId="1662531301" sldId="317"/>
            <ac:spMk id="50" creationId="{67EF550F-47CE-4FB2-9DAC-12AD835C833D}"/>
          </ac:spMkLst>
        </pc:spChg>
        <pc:spChg chg="add del">
          <ac:chgData name="Moreno, Rosa Maria" userId="fd624066-e12f-462a-86d0-2f11dbb4bb81" providerId="ADAL" clId="{5984DFBE-C1AA-4D0D-9461-E0318C4100D7}" dt="2025-10-30T10:56:10.575" v="1659" actId="26606"/>
          <ac:spMkLst>
            <pc:docMk/>
            <pc:sldMk cId="1662531301" sldId="317"/>
            <ac:spMk id="52" creationId="{69D47016-023F-44BD-981C-50E7A10A6609}"/>
          </ac:spMkLst>
        </pc:spChg>
        <pc:spChg chg="add del">
          <ac:chgData name="Moreno, Rosa Maria" userId="fd624066-e12f-462a-86d0-2f11dbb4bb81" providerId="ADAL" clId="{5984DFBE-C1AA-4D0D-9461-E0318C4100D7}" dt="2025-10-30T10:56:10.575" v="1659" actId="26606"/>
          <ac:spMkLst>
            <pc:docMk/>
            <pc:sldMk cId="1662531301" sldId="317"/>
            <ac:spMk id="53" creationId="{6D8B37B0-0682-433E-BC8D-498C04ABD9A7}"/>
          </ac:spMkLst>
        </pc:spChg>
        <pc:picChg chg="del mod">
          <ac:chgData name="Moreno, Rosa Maria" userId="fd624066-e12f-462a-86d0-2f11dbb4bb81" providerId="ADAL" clId="{5984DFBE-C1AA-4D0D-9461-E0318C4100D7}" dt="2025-10-30T10:49:41.553" v="1550" actId="478"/>
          <ac:picMkLst>
            <pc:docMk/>
            <pc:sldMk cId="1662531301" sldId="317"/>
            <ac:picMk id="4" creationId="{083FAF45-60E7-D51F-FD46-D87B486EE1A2}"/>
          </ac:picMkLst>
        </pc:picChg>
        <pc:picChg chg="add del mod modCrop">
          <ac:chgData name="Moreno, Rosa Maria" userId="fd624066-e12f-462a-86d0-2f11dbb4bb81" providerId="ADAL" clId="{5984DFBE-C1AA-4D0D-9461-E0318C4100D7}" dt="2025-10-30T10:56:34.551" v="1664" actId="1076"/>
          <ac:picMkLst>
            <pc:docMk/>
            <pc:sldMk cId="1662531301" sldId="317"/>
            <ac:picMk id="6" creationId="{70E12519-532C-BEEE-C13F-1D6A93681446}"/>
          </ac:picMkLst>
        </pc:picChg>
        <pc:picChg chg="add mod">
          <ac:chgData name="Moreno, Rosa Maria" userId="fd624066-e12f-462a-86d0-2f11dbb4bb81" providerId="ADAL" clId="{5984DFBE-C1AA-4D0D-9461-E0318C4100D7}" dt="2025-10-30T10:56:37.247" v="1665" actId="1076"/>
          <ac:picMkLst>
            <pc:docMk/>
            <pc:sldMk cId="1662531301" sldId="317"/>
            <ac:picMk id="8" creationId="{6939A585-517A-A2BA-C3AC-2A215351C770}"/>
          </ac:picMkLst>
        </pc:picChg>
        <pc:picChg chg="del">
          <ac:chgData name="Moreno, Rosa Maria" userId="fd624066-e12f-462a-86d0-2f11dbb4bb81" providerId="ADAL" clId="{5984DFBE-C1AA-4D0D-9461-E0318C4100D7}" dt="2025-10-30T10:49:44.293" v="1551" actId="478"/>
          <ac:picMkLst>
            <pc:docMk/>
            <pc:sldMk cId="1662531301" sldId="317"/>
            <ac:picMk id="9" creationId="{959E32A6-FDB7-DA7E-2FEF-C3D9D2EF5DDA}"/>
          </ac:picMkLst>
        </pc:picChg>
        <pc:picChg chg="add del mod">
          <ac:chgData name="Moreno, Rosa Maria" userId="fd624066-e12f-462a-86d0-2f11dbb4bb81" providerId="ADAL" clId="{5984DFBE-C1AA-4D0D-9461-E0318C4100D7}" dt="2025-10-30T10:57:41.683" v="1669" actId="478"/>
          <ac:picMkLst>
            <pc:docMk/>
            <pc:sldMk cId="1662531301" sldId="317"/>
            <ac:picMk id="12" creationId="{718287D5-5A24-229A-B541-18B4C93BB2A8}"/>
          </ac:picMkLst>
        </pc:picChg>
        <pc:picChg chg="del">
          <ac:chgData name="Moreno, Rosa Maria" userId="fd624066-e12f-462a-86d0-2f11dbb4bb81" providerId="ADAL" clId="{5984DFBE-C1AA-4D0D-9461-E0318C4100D7}" dt="2025-10-30T10:49:40" v="1548" actId="478"/>
          <ac:picMkLst>
            <pc:docMk/>
            <pc:sldMk cId="1662531301" sldId="317"/>
            <ac:picMk id="17" creationId="{950FB411-B6B5-7BAC-A185-849152561BBC}"/>
          </ac:picMkLst>
        </pc:picChg>
      </pc:sldChg>
      <pc:sldChg chg="addSp delSp modSp add mod">
        <pc:chgData name="Moreno, Rosa Maria" userId="fd624066-e12f-462a-86d0-2f11dbb4bb81" providerId="ADAL" clId="{5984DFBE-C1AA-4D0D-9461-E0318C4100D7}" dt="2025-10-30T12:27:51.873" v="1955" actId="207"/>
        <pc:sldMkLst>
          <pc:docMk/>
          <pc:sldMk cId="457611307" sldId="318"/>
        </pc:sldMkLst>
        <pc:spChg chg="mod">
          <ac:chgData name="Moreno, Rosa Maria" userId="fd624066-e12f-462a-86d0-2f11dbb4bb81" providerId="ADAL" clId="{5984DFBE-C1AA-4D0D-9461-E0318C4100D7}" dt="2025-10-30T12:23:39.648" v="1927" actId="20577"/>
          <ac:spMkLst>
            <pc:docMk/>
            <pc:sldMk cId="457611307" sldId="318"/>
            <ac:spMk id="2" creationId="{C7DCB7EB-8C91-991B-8F4E-1F4239E67876}"/>
          </ac:spMkLst>
        </pc:spChg>
        <pc:spChg chg="mod">
          <ac:chgData name="Moreno, Rosa Maria" userId="fd624066-e12f-462a-86d0-2f11dbb4bb81" providerId="ADAL" clId="{5984DFBE-C1AA-4D0D-9461-E0318C4100D7}" dt="2025-10-30T12:27:51.873" v="1955" actId="207"/>
          <ac:spMkLst>
            <pc:docMk/>
            <pc:sldMk cId="457611307" sldId="318"/>
            <ac:spMk id="11" creationId="{E724A1C5-34F2-BF51-6497-EB68F0CC0509}"/>
          </ac:spMkLst>
        </pc:spChg>
        <pc:picChg chg="add mod">
          <ac:chgData name="Moreno, Rosa Maria" userId="fd624066-e12f-462a-86d0-2f11dbb4bb81" providerId="ADAL" clId="{5984DFBE-C1AA-4D0D-9461-E0318C4100D7}" dt="2025-10-30T12:27:02.973" v="1930" actId="1076"/>
          <ac:picMkLst>
            <pc:docMk/>
            <pc:sldMk cId="457611307" sldId="318"/>
            <ac:picMk id="4" creationId="{44A59CED-E67A-FC83-9763-D8FA2FF771FC}"/>
          </ac:picMkLst>
        </pc:picChg>
        <pc:picChg chg="del">
          <ac:chgData name="Moreno, Rosa Maria" userId="fd624066-e12f-462a-86d0-2f11dbb4bb81" providerId="ADAL" clId="{5984DFBE-C1AA-4D0D-9461-E0318C4100D7}" dt="2025-10-30T11:07:53.833" v="1753" actId="478"/>
          <ac:picMkLst>
            <pc:docMk/>
            <pc:sldMk cId="457611307" sldId="318"/>
            <ac:picMk id="6" creationId="{BF3B6039-6D32-96DB-3940-278E1189C05C}"/>
          </ac:picMkLst>
        </pc:picChg>
        <pc:picChg chg="del">
          <ac:chgData name="Moreno, Rosa Maria" userId="fd624066-e12f-462a-86d0-2f11dbb4bb81" providerId="ADAL" clId="{5984DFBE-C1AA-4D0D-9461-E0318C4100D7}" dt="2025-10-30T11:07:52.301" v="1752" actId="478"/>
          <ac:picMkLst>
            <pc:docMk/>
            <pc:sldMk cId="457611307" sldId="318"/>
            <ac:picMk id="8" creationId="{10A5FB15-D354-DD79-04C9-96D5CDE15898}"/>
          </ac:picMkLst>
        </pc:picChg>
        <pc:picChg chg="del mod">
          <ac:chgData name="Moreno, Rosa Maria" userId="fd624066-e12f-462a-86d0-2f11dbb4bb81" providerId="ADAL" clId="{5984DFBE-C1AA-4D0D-9461-E0318C4100D7}" dt="2025-10-30T11:07:50.612" v="1751" actId="478"/>
          <ac:picMkLst>
            <pc:docMk/>
            <pc:sldMk cId="457611307" sldId="318"/>
            <ac:picMk id="12" creationId="{E76CD4CD-C23D-B01D-BE90-322166508BDD}"/>
          </ac:picMkLst>
        </pc:picChg>
      </pc:sldChg>
      <pc:sldChg chg="addSp delSp modSp add mod ord">
        <pc:chgData name="Moreno, Rosa Maria" userId="fd624066-e12f-462a-86d0-2f11dbb4bb81" providerId="ADAL" clId="{5984DFBE-C1AA-4D0D-9461-E0318C4100D7}" dt="2025-10-30T12:04:41.074" v="1918" actId="14100"/>
        <pc:sldMkLst>
          <pc:docMk/>
          <pc:sldMk cId="534435377" sldId="319"/>
        </pc:sldMkLst>
        <pc:spChg chg="mod">
          <ac:chgData name="Moreno, Rosa Maria" userId="fd624066-e12f-462a-86d0-2f11dbb4bb81" providerId="ADAL" clId="{5984DFBE-C1AA-4D0D-9461-E0318C4100D7}" dt="2025-10-30T10:59:13.756" v="1680"/>
          <ac:spMkLst>
            <pc:docMk/>
            <pc:sldMk cId="534435377" sldId="319"/>
            <ac:spMk id="2" creationId="{8C8BA55F-13A4-B852-9F3E-E7BA807C9016}"/>
          </ac:spMkLst>
        </pc:spChg>
        <pc:spChg chg="del">
          <ac:chgData name="Moreno, Rosa Maria" userId="fd624066-e12f-462a-86d0-2f11dbb4bb81" providerId="ADAL" clId="{5984DFBE-C1AA-4D0D-9461-E0318C4100D7}" dt="2025-10-30T10:59:00.663" v="1677" actId="478"/>
          <ac:spMkLst>
            <pc:docMk/>
            <pc:sldMk cId="534435377" sldId="319"/>
            <ac:spMk id="8" creationId="{C468384F-0985-5899-353D-FEF8C31FDFF9}"/>
          </ac:spMkLst>
        </pc:spChg>
        <pc:spChg chg="del">
          <ac:chgData name="Moreno, Rosa Maria" userId="fd624066-e12f-462a-86d0-2f11dbb4bb81" providerId="ADAL" clId="{5984DFBE-C1AA-4D0D-9461-E0318C4100D7}" dt="2025-10-30T10:59:00.663" v="1677" actId="478"/>
          <ac:spMkLst>
            <pc:docMk/>
            <pc:sldMk cId="534435377" sldId="319"/>
            <ac:spMk id="10" creationId="{D12806D3-9169-6C96-9DC2-6279BA867D8E}"/>
          </ac:spMkLst>
        </pc:spChg>
        <pc:spChg chg="mod">
          <ac:chgData name="Moreno, Rosa Maria" userId="fd624066-e12f-462a-86d0-2f11dbb4bb81" providerId="ADAL" clId="{5984DFBE-C1AA-4D0D-9461-E0318C4100D7}" dt="2025-10-30T10:59:30.153" v="1684" actId="113"/>
          <ac:spMkLst>
            <pc:docMk/>
            <pc:sldMk cId="534435377" sldId="319"/>
            <ac:spMk id="11" creationId="{FA09FD4F-0615-B1B9-0E3A-723CA19AD926}"/>
          </ac:spMkLst>
        </pc:spChg>
        <pc:spChg chg="del">
          <ac:chgData name="Moreno, Rosa Maria" userId="fd624066-e12f-462a-86d0-2f11dbb4bb81" providerId="ADAL" clId="{5984DFBE-C1AA-4D0D-9461-E0318C4100D7}" dt="2025-10-30T10:59:00.663" v="1677" actId="478"/>
          <ac:spMkLst>
            <pc:docMk/>
            <pc:sldMk cId="534435377" sldId="319"/>
            <ac:spMk id="14" creationId="{8C634A24-45BE-ECE4-1D7B-7AB110076F44}"/>
          </ac:spMkLst>
        </pc:spChg>
        <pc:spChg chg="add mod">
          <ac:chgData name="Moreno, Rosa Maria" userId="fd624066-e12f-462a-86d0-2f11dbb4bb81" providerId="ADAL" clId="{5984DFBE-C1AA-4D0D-9461-E0318C4100D7}" dt="2025-10-30T12:04:41.074" v="1918" actId="14100"/>
          <ac:spMkLst>
            <pc:docMk/>
            <pc:sldMk cId="534435377" sldId="319"/>
            <ac:spMk id="19" creationId="{FCB59C29-F3CA-23D4-C935-5EBB2942BE68}"/>
          </ac:spMkLst>
        </pc:spChg>
        <pc:picChg chg="add mod">
          <ac:chgData name="Moreno, Rosa Maria" userId="fd624066-e12f-462a-86d0-2f11dbb4bb81" providerId="ADAL" clId="{5984DFBE-C1AA-4D0D-9461-E0318C4100D7}" dt="2025-10-30T11:07:18.780" v="1745" actId="1076"/>
          <ac:picMkLst>
            <pc:docMk/>
            <pc:sldMk cId="534435377" sldId="319"/>
            <ac:picMk id="3" creationId="{79891C9C-105B-11DE-4262-7B7D2976F879}"/>
          </ac:picMkLst>
        </pc:picChg>
        <pc:picChg chg="add mod">
          <ac:chgData name="Moreno, Rosa Maria" userId="fd624066-e12f-462a-86d0-2f11dbb4bb81" providerId="ADAL" clId="{5984DFBE-C1AA-4D0D-9461-E0318C4100D7}" dt="2025-10-30T11:07:03.965" v="1740" actId="1076"/>
          <ac:picMkLst>
            <pc:docMk/>
            <pc:sldMk cId="534435377" sldId="319"/>
            <ac:picMk id="4" creationId="{CB7BE890-ABAB-0546-73C9-15E398499D33}"/>
          </ac:picMkLst>
        </pc:picChg>
        <pc:picChg chg="add mod">
          <ac:chgData name="Moreno, Rosa Maria" userId="fd624066-e12f-462a-86d0-2f11dbb4bb81" providerId="ADAL" clId="{5984DFBE-C1AA-4D0D-9461-E0318C4100D7}" dt="2025-10-30T11:16:37.855" v="1754" actId="1076"/>
          <ac:picMkLst>
            <pc:docMk/>
            <pc:sldMk cId="534435377" sldId="319"/>
            <ac:picMk id="5" creationId="{1F24A7D1-82D7-3047-1EE9-6EE65A7BD195}"/>
          </ac:picMkLst>
        </pc:picChg>
        <pc:picChg chg="del">
          <ac:chgData name="Moreno, Rosa Maria" userId="fd624066-e12f-462a-86d0-2f11dbb4bb81" providerId="ADAL" clId="{5984DFBE-C1AA-4D0D-9461-E0318C4100D7}" dt="2025-10-30T10:58:54.419" v="1676" actId="478"/>
          <ac:picMkLst>
            <pc:docMk/>
            <pc:sldMk cId="534435377" sldId="319"/>
            <ac:picMk id="7" creationId="{ACDDE0A4-E12A-D516-58DE-29460266CF03}"/>
          </ac:picMkLst>
        </pc:picChg>
        <pc:picChg chg="del">
          <ac:chgData name="Moreno, Rosa Maria" userId="fd624066-e12f-462a-86d0-2f11dbb4bb81" providerId="ADAL" clId="{5984DFBE-C1AA-4D0D-9461-E0318C4100D7}" dt="2025-10-30T10:58:52.646" v="1675" actId="478"/>
          <ac:picMkLst>
            <pc:docMk/>
            <pc:sldMk cId="534435377" sldId="319"/>
            <ac:picMk id="13" creationId="{A27F9868-4C07-4038-AD77-386EB7B0BEF5}"/>
          </ac:picMkLst>
        </pc:picChg>
        <pc:picChg chg="add mod">
          <ac:chgData name="Moreno, Rosa Maria" userId="fd624066-e12f-462a-86d0-2f11dbb4bb81" providerId="ADAL" clId="{5984DFBE-C1AA-4D0D-9461-E0318C4100D7}" dt="2025-10-30T11:07:24.205" v="1746" actId="1076"/>
          <ac:picMkLst>
            <pc:docMk/>
            <pc:sldMk cId="534435377" sldId="319"/>
            <ac:picMk id="16" creationId="{8E946C46-914C-E7BF-8FA5-E6822BFE8B4A}"/>
          </ac:picMkLst>
        </pc:picChg>
        <pc:cxnChg chg="add mod">
          <ac:chgData name="Moreno, Rosa Maria" userId="fd624066-e12f-462a-86d0-2f11dbb4bb81" providerId="ADAL" clId="{5984DFBE-C1AA-4D0D-9461-E0318C4100D7}" dt="2025-10-30T11:07:16.162" v="1744" actId="1076"/>
          <ac:cxnSpMkLst>
            <pc:docMk/>
            <pc:sldMk cId="534435377" sldId="319"/>
            <ac:cxnSpMk id="6" creationId="{31CF8655-90C6-4B5E-F583-53D80860FE60}"/>
          </ac:cxnSpMkLst>
        </pc:cxnChg>
        <pc:cxnChg chg="del">
          <ac:chgData name="Moreno, Rosa Maria" userId="fd624066-e12f-462a-86d0-2f11dbb4bb81" providerId="ADAL" clId="{5984DFBE-C1AA-4D0D-9461-E0318C4100D7}" dt="2025-10-30T10:59:00.663" v="1677" actId="478"/>
          <ac:cxnSpMkLst>
            <pc:docMk/>
            <pc:sldMk cId="534435377" sldId="319"/>
            <ac:cxnSpMk id="17" creationId="{911C528E-02A0-28D1-549F-EA7BEB9CE921}"/>
          </ac:cxnSpMkLst>
        </pc:cxnChg>
        <pc:cxnChg chg="add mod">
          <ac:chgData name="Moreno, Rosa Maria" userId="fd624066-e12f-462a-86d0-2f11dbb4bb81" providerId="ADAL" clId="{5984DFBE-C1AA-4D0D-9461-E0318C4100D7}" dt="2025-10-30T11:07:36.507" v="1748" actId="1076"/>
          <ac:cxnSpMkLst>
            <pc:docMk/>
            <pc:sldMk cId="534435377" sldId="319"/>
            <ac:cxnSpMk id="18" creationId="{513B40D7-218B-F3E5-8453-1A6CDA395CE4}"/>
          </ac:cxnSpMkLst>
        </pc:cxnChg>
      </pc:sldChg>
      <pc:sldChg chg="add del">
        <pc:chgData name="Moreno, Rosa Maria" userId="fd624066-e12f-462a-86d0-2f11dbb4bb81" providerId="ADAL" clId="{5984DFBE-C1AA-4D0D-9461-E0318C4100D7}" dt="2025-10-30T10:58:14.196" v="1671"/>
        <pc:sldMkLst>
          <pc:docMk/>
          <pc:sldMk cId="3789235527" sldId="319"/>
        </pc:sldMkLst>
      </pc:sldChg>
      <pc:sldChg chg="addSp delSp modSp add mod">
        <pc:chgData name="Moreno, Rosa Maria" userId="fd624066-e12f-462a-86d0-2f11dbb4bb81" providerId="ADAL" clId="{5984DFBE-C1AA-4D0D-9461-E0318C4100D7}" dt="2025-10-30T11:07:47.495" v="1750" actId="1076"/>
        <pc:sldMkLst>
          <pc:docMk/>
          <pc:sldMk cId="427227525" sldId="320"/>
        </pc:sldMkLst>
        <pc:spChg chg="mod">
          <ac:chgData name="Moreno, Rosa Maria" userId="fd624066-e12f-462a-86d0-2f11dbb4bb81" providerId="ADAL" clId="{5984DFBE-C1AA-4D0D-9461-E0318C4100D7}" dt="2025-10-30T11:00:52.921" v="1701" actId="6549"/>
          <ac:spMkLst>
            <pc:docMk/>
            <pc:sldMk cId="427227525" sldId="320"/>
            <ac:spMk id="11" creationId="{6E8317F9-6DED-80A1-DEB0-7151D5986ACC}"/>
          </ac:spMkLst>
        </pc:spChg>
        <pc:picChg chg="del">
          <ac:chgData name="Moreno, Rosa Maria" userId="fd624066-e12f-462a-86d0-2f11dbb4bb81" providerId="ADAL" clId="{5984DFBE-C1AA-4D0D-9461-E0318C4100D7}" dt="2025-10-30T11:00:46.229" v="1699" actId="478"/>
          <ac:picMkLst>
            <pc:docMk/>
            <pc:sldMk cId="427227525" sldId="320"/>
            <ac:picMk id="3" creationId="{6309FBE3-062F-E42B-318C-DF06671B3696}"/>
          </ac:picMkLst>
        </pc:picChg>
        <pc:picChg chg="del">
          <ac:chgData name="Moreno, Rosa Maria" userId="fd624066-e12f-462a-86d0-2f11dbb4bb81" providerId="ADAL" clId="{5984DFBE-C1AA-4D0D-9461-E0318C4100D7}" dt="2025-10-30T11:00:33.815" v="1695" actId="478"/>
          <ac:picMkLst>
            <pc:docMk/>
            <pc:sldMk cId="427227525" sldId="320"/>
            <ac:picMk id="4" creationId="{06EFE841-42BE-6346-72D5-C87941AC0037}"/>
          </ac:picMkLst>
        </pc:picChg>
        <pc:picChg chg="add mod">
          <ac:chgData name="Moreno, Rosa Maria" userId="fd624066-e12f-462a-86d0-2f11dbb4bb81" providerId="ADAL" clId="{5984DFBE-C1AA-4D0D-9461-E0318C4100D7}" dt="2025-10-30T11:07:47.495" v="1750" actId="1076"/>
          <ac:picMkLst>
            <pc:docMk/>
            <pc:sldMk cId="427227525" sldId="320"/>
            <ac:picMk id="5" creationId="{0A337232-9B69-C6E7-FE79-FB4064D0E9D9}"/>
          </ac:picMkLst>
        </pc:picChg>
        <pc:picChg chg="add mod modCrop">
          <ac:chgData name="Moreno, Rosa Maria" userId="fd624066-e12f-462a-86d0-2f11dbb4bb81" providerId="ADAL" clId="{5984DFBE-C1AA-4D0D-9461-E0318C4100D7}" dt="2025-10-30T11:03:26.174" v="1730" actId="1076"/>
          <ac:picMkLst>
            <pc:docMk/>
            <pc:sldMk cId="427227525" sldId="320"/>
            <ac:picMk id="7" creationId="{DB9A6AFD-D4AA-E0E7-A336-F70242E8A822}"/>
          </ac:picMkLst>
        </pc:picChg>
        <pc:picChg chg="add mod">
          <ac:chgData name="Moreno, Rosa Maria" userId="fd624066-e12f-462a-86d0-2f11dbb4bb81" providerId="ADAL" clId="{5984DFBE-C1AA-4D0D-9461-E0318C4100D7}" dt="2025-10-30T11:07:45.286" v="1749" actId="1076"/>
          <ac:picMkLst>
            <pc:docMk/>
            <pc:sldMk cId="427227525" sldId="320"/>
            <ac:picMk id="9" creationId="{36AA400D-4284-FB8C-488F-F52D8C0083A9}"/>
          </ac:picMkLst>
        </pc:picChg>
      </pc:sldChg>
      <pc:sldChg chg="addSp delSp modSp add mod">
        <pc:chgData name="Moreno, Rosa Maria" userId="fd624066-e12f-462a-86d0-2f11dbb4bb81" providerId="ADAL" clId="{5984DFBE-C1AA-4D0D-9461-E0318C4100D7}" dt="2025-10-30T12:43:27.174" v="2071" actId="478"/>
        <pc:sldMkLst>
          <pc:docMk/>
          <pc:sldMk cId="49776327" sldId="321"/>
        </pc:sldMkLst>
        <pc:spChg chg="mod">
          <ac:chgData name="Moreno, Rosa Maria" userId="fd624066-e12f-462a-86d0-2f11dbb4bb81" providerId="ADAL" clId="{5984DFBE-C1AA-4D0D-9461-E0318C4100D7}" dt="2025-10-30T12:42:47.444" v="2064" actId="20577"/>
          <ac:spMkLst>
            <pc:docMk/>
            <pc:sldMk cId="49776327" sldId="321"/>
            <ac:spMk id="2" creationId="{AB19CC19-BE40-4977-4641-06BDC3A474BB}"/>
          </ac:spMkLst>
        </pc:spChg>
        <pc:spChg chg="del mod">
          <ac:chgData name="Moreno, Rosa Maria" userId="fd624066-e12f-462a-86d0-2f11dbb4bb81" providerId="ADAL" clId="{5984DFBE-C1AA-4D0D-9461-E0318C4100D7}" dt="2025-10-30T12:42:50.517" v="2065" actId="478"/>
          <ac:spMkLst>
            <pc:docMk/>
            <pc:sldMk cId="49776327" sldId="321"/>
            <ac:spMk id="11" creationId="{B1DD2B45-7DD6-BCEB-E2D9-0BCD39CF8FD8}"/>
          </ac:spMkLst>
        </pc:spChg>
        <pc:spChg chg="ord">
          <ac:chgData name="Moreno, Rosa Maria" userId="fd624066-e12f-462a-86d0-2f11dbb4bb81" providerId="ADAL" clId="{5984DFBE-C1AA-4D0D-9461-E0318C4100D7}" dt="2025-10-30T12:36:41.065" v="1999" actId="26606"/>
          <ac:spMkLst>
            <pc:docMk/>
            <pc:sldMk cId="49776327" sldId="321"/>
            <ac:spMk id="15" creationId="{A315AA08-BB09-4768-1AB3-F8B44981BB6C}"/>
          </ac:spMkLst>
        </pc:spChg>
        <pc:spChg chg="add del mod">
          <ac:chgData name="Moreno, Rosa Maria" userId="fd624066-e12f-462a-86d0-2f11dbb4bb81" providerId="ADAL" clId="{5984DFBE-C1AA-4D0D-9461-E0318C4100D7}" dt="2025-10-30T12:43:27.174" v="2071" actId="478"/>
          <ac:spMkLst>
            <pc:docMk/>
            <pc:sldMk cId="49776327" sldId="321"/>
            <ac:spMk id="19" creationId="{9513F106-0035-3B4F-3070-07A41F6E0989}"/>
          </ac:spMkLst>
        </pc:spChg>
        <pc:spChg chg="del">
          <ac:chgData name="Moreno, Rosa Maria" userId="fd624066-e12f-462a-86d0-2f11dbb4bb81" providerId="ADAL" clId="{5984DFBE-C1AA-4D0D-9461-E0318C4100D7}" dt="2025-10-30T12:36:41.065" v="1999" actId="26606"/>
          <ac:spMkLst>
            <pc:docMk/>
            <pc:sldMk cId="49776327" sldId="321"/>
            <ac:spMk id="35" creationId="{90D7B8CC-2B6C-1BBE-8FFB-C264C63BF0D6}"/>
          </ac:spMkLst>
        </pc:spChg>
        <pc:spChg chg="del">
          <ac:chgData name="Moreno, Rosa Maria" userId="fd624066-e12f-462a-86d0-2f11dbb4bb81" providerId="ADAL" clId="{5984DFBE-C1AA-4D0D-9461-E0318C4100D7}" dt="2025-10-30T12:36:41.065" v="1999" actId="26606"/>
          <ac:spMkLst>
            <pc:docMk/>
            <pc:sldMk cId="49776327" sldId="321"/>
            <ac:spMk id="37" creationId="{4DAD9045-D00F-A3C4-0880-E4C6AA8EF867}"/>
          </ac:spMkLst>
        </pc:spChg>
        <pc:grpChg chg="add">
          <ac:chgData name="Moreno, Rosa Maria" userId="fd624066-e12f-462a-86d0-2f11dbb4bb81" providerId="ADAL" clId="{5984DFBE-C1AA-4D0D-9461-E0318C4100D7}" dt="2025-10-30T12:36:41.065" v="1999" actId="26606"/>
          <ac:grpSpMkLst>
            <pc:docMk/>
            <pc:sldMk cId="49776327" sldId="321"/>
            <ac:grpSpMk id="42" creationId="{BF65200E-BE19-61BA-8C12-E73CE7790A3F}"/>
          </ac:grpSpMkLst>
        </pc:grpChg>
        <pc:picChg chg="del">
          <ac:chgData name="Moreno, Rosa Maria" userId="fd624066-e12f-462a-86d0-2f11dbb4bb81" providerId="ADAL" clId="{5984DFBE-C1AA-4D0D-9461-E0318C4100D7}" dt="2025-10-30T12:33:35.157" v="1964" actId="478"/>
          <ac:picMkLst>
            <pc:docMk/>
            <pc:sldMk cId="49776327" sldId="321"/>
            <ac:picMk id="4" creationId="{B28FAD03-DE21-9F5C-CFAA-1F13E3E82BFD}"/>
          </ac:picMkLst>
        </pc:picChg>
        <pc:picChg chg="add mod">
          <ac:chgData name="Moreno, Rosa Maria" userId="fd624066-e12f-462a-86d0-2f11dbb4bb81" providerId="ADAL" clId="{5984DFBE-C1AA-4D0D-9461-E0318C4100D7}" dt="2025-10-30T12:42:14.596" v="2025" actId="1076"/>
          <ac:picMkLst>
            <pc:docMk/>
            <pc:sldMk cId="49776327" sldId="321"/>
            <ac:picMk id="5" creationId="{4385DF9E-B3E9-43C5-CC01-8734596DF629}"/>
          </ac:picMkLst>
        </pc:picChg>
        <pc:picChg chg="add mod">
          <ac:chgData name="Moreno, Rosa Maria" userId="fd624066-e12f-462a-86d0-2f11dbb4bb81" providerId="ADAL" clId="{5984DFBE-C1AA-4D0D-9461-E0318C4100D7}" dt="2025-10-30T12:42:16.618" v="2026" actId="1076"/>
          <ac:picMkLst>
            <pc:docMk/>
            <pc:sldMk cId="49776327" sldId="321"/>
            <ac:picMk id="7" creationId="{BE6609E5-2E1B-2604-ED64-CD9E8DA56AA9}"/>
          </ac:picMkLst>
        </pc:picChg>
        <pc:picChg chg="add mod">
          <ac:chgData name="Moreno, Rosa Maria" userId="fd624066-e12f-462a-86d0-2f11dbb4bb81" providerId="ADAL" clId="{5984DFBE-C1AA-4D0D-9461-E0318C4100D7}" dt="2025-10-30T12:42:21.058" v="2028" actId="14100"/>
          <ac:picMkLst>
            <pc:docMk/>
            <pc:sldMk cId="49776327" sldId="321"/>
            <ac:picMk id="9" creationId="{AD9345D1-10AA-D26E-DCAA-A5BCFF3AA137}"/>
          </ac:picMkLst>
        </pc:picChg>
        <pc:picChg chg="add mod">
          <ac:chgData name="Moreno, Rosa Maria" userId="fd624066-e12f-462a-86d0-2f11dbb4bb81" providerId="ADAL" clId="{5984DFBE-C1AA-4D0D-9461-E0318C4100D7}" dt="2025-10-30T12:42:23.910" v="2029" actId="1076"/>
          <ac:picMkLst>
            <pc:docMk/>
            <pc:sldMk cId="49776327" sldId="321"/>
            <ac:picMk id="12" creationId="{EF067FFC-5CA1-8606-FFB8-36210C0EBA48}"/>
          </ac:picMkLst>
        </pc:picChg>
        <pc:picChg chg="add mod">
          <ac:chgData name="Moreno, Rosa Maria" userId="fd624066-e12f-462a-86d0-2f11dbb4bb81" providerId="ADAL" clId="{5984DFBE-C1AA-4D0D-9461-E0318C4100D7}" dt="2025-10-30T12:42:31.347" v="2032" actId="1076"/>
          <ac:picMkLst>
            <pc:docMk/>
            <pc:sldMk cId="49776327" sldId="321"/>
            <ac:picMk id="17" creationId="{E2FFA557-6046-F527-637E-030ABF6B510C}"/>
          </ac:picMkLst>
        </pc:picChg>
        <pc:picChg chg="add mod">
          <ac:chgData name="Moreno, Rosa Maria" userId="fd624066-e12f-462a-86d0-2f11dbb4bb81" providerId="ADAL" clId="{5984DFBE-C1AA-4D0D-9461-E0318C4100D7}" dt="2025-10-30T12:43:09.424" v="2067" actId="1076"/>
          <ac:picMkLst>
            <pc:docMk/>
            <pc:sldMk cId="49776327" sldId="321"/>
            <ac:picMk id="21" creationId="{2BDFB56F-5BAF-B090-26C6-A01929C78791}"/>
          </ac:picMkLst>
        </pc:picChg>
        <pc:cxnChg chg="add mod">
          <ac:chgData name="Moreno, Rosa Maria" userId="fd624066-e12f-462a-86d0-2f11dbb4bb81" providerId="ADAL" clId="{5984DFBE-C1AA-4D0D-9461-E0318C4100D7}" dt="2025-10-30T12:38:01.334" v="2018" actId="1076"/>
          <ac:cxnSpMkLst>
            <pc:docMk/>
            <pc:sldMk cId="49776327" sldId="321"/>
            <ac:cxnSpMk id="13" creationId="{C78A071D-B75F-A6E9-CC97-6357F5F18C53}"/>
          </ac:cxnSpMkLst>
        </pc:cxnChg>
        <pc:cxnChg chg="add mod">
          <ac:chgData name="Moreno, Rosa Maria" userId="fd624066-e12f-462a-86d0-2f11dbb4bb81" providerId="ADAL" clId="{5984DFBE-C1AA-4D0D-9461-E0318C4100D7}" dt="2025-10-30T12:42:25.873" v="2030" actId="1076"/>
          <ac:cxnSpMkLst>
            <pc:docMk/>
            <pc:sldMk cId="49776327" sldId="321"/>
            <ac:cxnSpMk id="14" creationId="{AFE6E3F7-70F7-4906-2674-230683F87E49}"/>
          </ac:cxnSpMkLst>
        </pc:cxnChg>
        <pc:cxnChg chg="add mod">
          <ac:chgData name="Moreno, Rosa Maria" userId="fd624066-e12f-462a-86d0-2f11dbb4bb81" providerId="ADAL" clId="{5984DFBE-C1AA-4D0D-9461-E0318C4100D7}" dt="2025-10-30T12:43:18.608" v="2070" actId="14100"/>
          <ac:cxnSpMkLst>
            <pc:docMk/>
            <pc:sldMk cId="49776327" sldId="321"/>
            <ac:cxnSpMk id="22" creationId="{4B2CD976-4B20-7DF1-4142-5B1185782D09}"/>
          </ac:cxnSpMkLst>
        </pc:cxnChg>
      </pc:sldChg>
      <pc:sldChg chg="addSp delSp modSp add mod ord">
        <pc:chgData name="Moreno, Rosa Maria" userId="fd624066-e12f-462a-86d0-2f11dbb4bb81" providerId="ADAL" clId="{5984DFBE-C1AA-4D0D-9461-E0318C4100D7}" dt="2025-10-30T13:26:59.446" v="2382" actId="478"/>
        <pc:sldMkLst>
          <pc:docMk/>
          <pc:sldMk cId="4095348037" sldId="322"/>
        </pc:sldMkLst>
        <pc:spChg chg="add mod ord">
          <ac:chgData name="Moreno, Rosa Maria" userId="fd624066-e12f-462a-86d0-2f11dbb4bb81" providerId="ADAL" clId="{5984DFBE-C1AA-4D0D-9461-E0318C4100D7}" dt="2025-10-30T13:26:36.741" v="2373" actId="1076"/>
          <ac:spMkLst>
            <pc:docMk/>
            <pc:sldMk cId="4095348037" sldId="322"/>
            <ac:spMk id="8" creationId="{188BF898-5298-7CD8-B29F-9936055F0A43}"/>
          </ac:spMkLst>
        </pc:spChg>
        <pc:spChg chg="mod ord">
          <ac:chgData name="Moreno, Rosa Maria" userId="fd624066-e12f-462a-86d0-2f11dbb4bb81" providerId="ADAL" clId="{5984DFBE-C1AA-4D0D-9461-E0318C4100D7}" dt="2025-10-30T13:25:41.149" v="2358" actId="1076"/>
          <ac:spMkLst>
            <pc:docMk/>
            <pc:sldMk cId="4095348037" sldId="322"/>
            <ac:spMk id="10" creationId="{37809865-B0D8-A24F-6520-700493CE59B4}"/>
          </ac:spMkLst>
        </pc:spChg>
        <pc:spChg chg="mod">
          <ac:chgData name="Moreno, Rosa Maria" userId="fd624066-e12f-462a-86d0-2f11dbb4bb81" providerId="ADAL" clId="{5984DFBE-C1AA-4D0D-9461-E0318C4100D7}" dt="2025-10-30T13:19:14.476" v="2261" actId="20577"/>
          <ac:spMkLst>
            <pc:docMk/>
            <pc:sldMk cId="4095348037" sldId="322"/>
            <ac:spMk id="11" creationId="{604D5173-90CD-A940-18DB-C25A8B85A48F}"/>
          </ac:spMkLst>
        </pc:spChg>
        <pc:spChg chg="add mod">
          <ac:chgData name="Moreno, Rosa Maria" userId="fd624066-e12f-462a-86d0-2f11dbb4bb81" providerId="ADAL" clId="{5984DFBE-C1AA-4D0D-9461-E0318C4100D7}" dt="2025-10-30T13:25:53.923" v="2361" actId="1076"/>
          <ac:spMkLst>
            <pc:docMk/>
            <pc:sldMk cId="4095348037" sldId="322"/>
            <ac:spMk id="20" creationId="{D855CE3A-C744-0395-88EF-CE28337A2463}"/>
          </ac:spMkLst>
        </pc:spChg>
        <pc:spChg chg="add del mod">
          <ac:chgData name="Moreno, Rosa Maria" userId="fd624066-e12f-462a-86d0-2f11dbb4bb81" providerId="ADAL" clId="{5984DFBE-C1AA-4D0D-9461-E0318C4100D7}" dt="2025-10-30T13:16:19.811" v="2119" actId="478"/>
          <ac:spMkLst>
            <pc:docMk/>
            <pc:sldMk cId="4095348037" sldId="322"/>
            <ac:spMk id="24" creationId="{39D358F0-72E9-F324-08AB-924B495F1B58}"/>
          </ac:spMkLst>
        </pc:spChg>
        <pc:spChg chg="add mod">
          <ac:chgData name="Moreno, Rosa Maria" userId="fd624066-e12f-462a-86d0-2f11dbb4bb81" providerId="ADAL" clId="{5984DFBE-C1AA-4D0D-9461-E0318C4100D7}" dt="2025-10-30T13:26:17.002" v="2366" actId="1076"/>
          <ac:spMkLst>
            <pc:docMk/>
            <pc:sldMk cId="4095348037" sldId="322"/>
            <ac:spMk id="26" creationId="{5B33BDBE-1B33-458F-3093-18A188944469}"/>
          </ac:spMkLst>
        </pc:spChg>
        <pc:spChg chg="add mod">
          <ac:chgData name="Moreno, Rosa Maria" userId="fd624066-e12f-462a-86d0-2f11dbb4bb81" providerId="ADAL" clId="{5984DFBE-C1AA-4D0D-9461-E0318C4100D7}" dt="2025-10-30T13:25:03.740" v="2347" actId="1076"/>
          <ac:spMkLst>
            <pc:docMk/>
            <pc:sldMk cId="4095348037" sldId="322"/>
            <ac:spMk id="27" creationId="{6C6712D9-8E54-F0A1-37FD-5A352C3998B1}"/>
          </ac:spMkLst>
        </pc:spChg>
        <pc:spChg chg="add mod">
          <ac:chgData name="Moreno, Rosa Maria" userId="fd624066-e12f-462a-86d0-2f11dbb4bb81" providerId="ADAL" clId="{5984DFBE-C1AA-4D0D-9461-E0318C4100D7}" dt="2025-10-30T13:25:59.729" v="2362" actId="1076"/>
          <ac:spMkLst>
            <pc:docMk/>
            <pc:sldMk cId="4095348037" sldId="322"/>
            <ac:spMk id="29" creationId="{D41E8BE1-453A-25A2-F873-E05D28BB9C1A}"/>
          </ac:spMkLst>
        </pc:spChg>
        <pc:picChg chg="add mod">
          <ac:chgData name="Moreno, Rosa Maria" userId="fd624066-e12f-462a-86d0-2f11dbb4bb81" providerId="ADAL" clId="{5984DFBE-C1AA-4D0D-9461-E0318C4100D7}" dt="2025-10-30T13:26:26.700" v="2370" actId="1076"/>
          <ac:picMkLst>
            <pc:docMk/>
            <pc:sldMk cId="4095348037" sldId="322"/>
            <ac:picMk id="4" creationId="{AF283F04-2928-FCDB-29E4-81052D13D7DE}"/>
          </ac:picMkLst>
        </pc:picChg>
        <pc:picChg chg="del">
          <ac:chgData name="Moreno, Rosa Maria" userId="fd624066-e12f-462a-86d0-2f11dbb4bb81" providerId="ADAL" clId="{5984DFBE-C1AA-4D0D-9461-E0318C4100D7}" dt="2025-10-30T13:14:24.233" v="2086" actId="478"/>
          <ac:picMkLst>
            <pc:docMk/>
            <pc:sldMk cId="4095348037" sldId="322"/>
            <ac:picMk id="5" creationId="{36693EB1-3D27-6A13-D590-AB3E2EDD666A}"/>
          </ac:picMkLst>
        </pc:picChg>
        <pc:picChg chg="del">
          <ac:chgData name="Moreno, Rosa Maria" userId="fd624066-e12f-462a-86d0-2f11dbb4bb81" providerId="ADAL" clId="{5984DFBE-C1AA-4D0D-9461-E0318C4100D7}" dt="2025-10-30T13:14:25.195" v="2087" actId="478"/>
          <ac:picMkLst>
            <pc:docMk/>
            <pc:sldMk cId="4095348037" sldId="322"/>
            <ac:picMk id="9" creationId="{19C9BB8B-086C-44CB-6205-87679A2A8932}"/>
          </ac:picMkLst>
        </pc:picChg>
        <pc:picChg chg="del">
          <ac:chgData name="Moreno, Rosa Maria" userId="fd624066-e12f-462a-86d0-2f11dbb4bb81" providerId="ADAL" clId="{5984DFBE-C1AA-4D0D-9461-E0318C4100D7}" dt="2025-10-30T13:14:23.253" v="2085" actId="478"/>
          <ac:picMkLst>
            <pc:docMk/>
            <pc:sldMk cId="4095348037" sldId="322"/>
            <ac:picMk id="18" creationId="{3AB9CEC5-FC96-33DE-5B57-7A0ED292D945}"/>
          </ac:picMkLst>
        </pc:picChg>
        <pc:picChg chg="add del mod">
          <ac:chgData name="Moreno, Rosa Maria" userId="fd624066-e12f-462a-86d0-2f11dbb4bb81" providerId="ADAL" clId="{5984DFBE-C1AA-4D0D-9461-E0318C4100D7}" dt="2025-10-30T13:23:48.402" v="2332" actId="478"/>
          <ac:picMkLst>
            <pc:docMk/>
            <pc:sldMk cId="4095348037" sldId="322"/>
            <ac:picMk id="34" creationId="{75FA5EC7-1196-1FAF-5F12-5F64486229B2}"/>
          </ac:picMkLst>
        </pc:picChg>
        <pc:picChg chg="add mod ord">
          <ac:chgData name="Moreno, Rosa Maria" userId="fd624066-e12f-462a-86d0-2f11dbb4bb81" providerId="ADAL" clId="{5984DFBE-C1AA-4D0D-9461-E0318C4100D7}" dt="2025-10-30T13:25:26.501" v="2353" actId="167"/>
          <ac:picMkLst>
            <pc:docMk/>
            <pc:sldMk cId="4095348037" sldId="322"/>
            <ac:picMk id="40" creationId="{1664EC6C-EC68-B705-B773-75B6293807AE}"/>
          </ac:picMkLst>
        </pc:picChg>
        <pc:picChg chg="add mod">
          <ac:chgData name="Moreno, Rosa Maria" userId="fd624066-e12f-462a-86d0-2f11dbb4bb81" providerId="ADAL" clId="{5984DFBE-C1AA-4D0D-9461-E0318C4100D7}" dt="2025-10-30T13:26:20.356" v="2367" actId="1076"/>
          <ac:picMkLst>
            <pc:docMk/>
            <pc:sldMk cId="4095348037" sldId="322"/>
            <ac:picMk id="42" creationId="{FAA9256F-34EE-AE75-01F6-B5D344EAA716}"/>
          </ac:picMkLst>
        </pc:picChg>
        <pc:cxnChg chg="mod ord">
          <ac:chgData name="Moreno, Rosa Maria" userId="fd624066-e12f-462a-86d0-2f11dbb4bb81" providerId="ADAL" clId="{5984DFBE-C1AA-4D0D-9461-E0318C4100D7}" dt="2025-10-30T13:26:57.184" v="2381" actId="14100"/>
          <ac:cxnSpMkLst>
            <pc:docMk/>
            <pc:sldMk cId="4095348037" sldId="322"/>
            <ac:cxnSpMk id="15" creationId="{433C95B2-7B4D-5756-8229-25DA940824E4}"/>
          </ac:cxnSpMkLst>
        </pc:cxnChg>
        <pc:cxnChg chg="mod ord">
          <ac:chgData name="Moreno, Rosa Maria" userId="fd624066-e12f-462a-86d0-2f11dbb4bb81" providerId="ADAL" clId="{5984DFBE-C1AA-4D0D-9461-E0318C4100D7}" dt="2025-10-30T13:26:45.670" v="2376" actId="14100"/>
          <ac:cxnSpMkLst>
            <pc:docMk/>
            <pc:sldMk cId="4095348037" sldId="322"/>
            <ac:cxnSpMk id="17" creationId="{587D1EA6-9334-320C-0E55-F81FA8070097}"/>
          </ac:cxnSpMkLst>
        </pc:cxnChg>
        <pc:cxnChg chg="add del mod">
          <ac:chgData name="Moreno, Rosa Maria" userId="fd624066-e12f-462a-86d0-2f11dbb4bb81" providerId="ADAL" clId="{5984DFBE-C1AA-4D0D-9461-E0318C4100D7}" dt="2025-10-30T13:26:59.446" v="2382" actId="478"/>
          <ac:cxnSpMkLst>
            <pc:docMk/>
            <pc:sldMk cId="4095348037" sldId="322"/>
            <ac:cxnSpMk id="31" creationId="{45C6DB30-CCFC-2524-1DD0-7759D66758B6}"/>
          </ac:cxnSpMkLst>
        </pc:cxnChg>
      </pc:sldChg>
      <pc:sldChg chg="addSp delSp modSp add mod">
        <pc:chgData name="Moreno, Rosa Maria" userId="fd624066-e12f-462a-86d0-2f11dbb4bb81" providerId="ADAL" clId="{5984DFBE-C1AA-4D0D-9461-E0318C4100D7}" dt="2025-10-30T13:49:34.862" v="2557" actId="20577"/>
        <pc:sldMkLst>
          <pc:docMk/>
          <pc:sldMk cId="2343090900" sldId="323"/>
        </pc:sldMkLst>
        <pc:spChg chg="add mod">
          <ac:chgData name="Moreno, Rosa Maria" userId="fd624066-e12f-462a-86d0-2f11dbb4bb81" providerId="ADAL" clId="{5984DFBE-C1AA-4D0D-9461-E0318C4100D7}" dt="2025-10-30T13:30:43.504" v="2416" actId="14100"/>
          <ac:spMkLst>
            <pc:docMk/>
            <pc:sldMk cId="2343090900" sldId="323"/>
            <ac:spMk id="6" creationId="{750F8CA7-AC0A-D7CA-463C-3023DD088CC6}"/>
          </ac:spMkLst>
        </pc:spChg>
        <pc:spChg chg="del">
          <ac:chgData name="Moreno, Rosa Maria" userId="fd624066-e12f-462a-86d0-2f11dbb4bb81" providerId="ADAL" clId="{5984DFBE-C1AA-4D0D-9461-E0318C4100D7}" dt="2025-10-30T13:28:24.544" v="2393" actId="478"/>
          <ac:spMkLst>
            <pc:docMk/>
            <pc:sldMk cId="2343090900" sldId="323"/>
            <ac:spMk id="8" creationId="{DA8AA7AC-481D-44F1-8E2D-422805EB4721}"/>
          </ac:spMkLst>
        </pc:spChg>
        <pc:spChg chg="mod ord">
          <ac:chgData name="Moreno, Rosa Maria" userId="fd624066-e12f-462a-86d0-2f11dbb4bb81" providerId="ADAL" clId="{5984DFBE-C1AA-4D0D-9461-E0318C4100D7}" dt="2025-10-30T13:30:29.602" v="2412" actId="14100"/>
          <ac:spMkLst>
            <pc:docMk/>
            <pc:sldMk cId="2343090900" sldId="323"/>
            <ac:spMk id="10" creationId="{FAD21150-3BF8-689B-0677-EBE55792D411}"/>
          </ac:spMkLst>
        </pc:spChg>
        <pc:spChg chg="mod">
          <ac:chgData name="Moreno, Rosa Maria" userId="fd624066-e12f-462a-86d0-2f11dbb4bb81" providerId="ADAL" clId="{5984DFBE-C1AA-4D0D-9461-E0318C4100D7}" dt="2025-10-30T13:49:34.862" v="2557" actId="20577"/>
          <ac:spMkLst>
            <pc:docMk/>
            <pc:sldMk cId="2343090900" sldId="323"/>
            <ac:spMk id="11" creationId="{8060DE99-FF38-AE14-08A6-B175DABB8515}"/>
          </ac:spMkLst>
        </pc:spChg>
        <pc:spChg chg="add mod">
          <ac:chgData name="Moreno, Rosa Maria" userId="fd624066-e12f-462a-86d0-2f11dbb4bb81" providerId="ADAL" clId="{5984DFBE-C1AA-4D0D-9461-E0318C4100D7}" dt="2025-10-30T13:31:39.103" v="2433" actId="14100"/>
          <ac:spMkLst>
            <pc:docMk/>
            <pc:sldMk cId="2343090900" sldId="323"/>
            <ac:spMk id="13" creationId="{A7B1C403-380B-4512-EB01-5A2DA850FB82}"/>
          </ac:spMkLst>
        </pc:spChg>
        <pc:spChg chg="add mod">
          <ac:chgData name="Moreno, Rosa Maria" userId="fd624066-e12f-462a-86d0-2f11dbb4bb81" providerId="ADAL" clId="{5984DFBE-C1AA-4D0D-9461-E0318C4100D7}" dt="2025-10-30T13:32:15.904" v="2441" actId="14100"/>
          <ac:spMkLst>
            <pc:docMk/>
            <pc:sldMk cId="2343090900" sldId="323"/>
            <ac:spMk id="14" creationId="{7478CD45-C596-28AA-B40D-13E3B4F23B7E}"/>
          </ac:spMkLst>
        </pc:spChg>
        <pc:spChg chg="del">
          <ac:chgData name="Moreno, Rosa Maria" userId="fd624066-e12f-462a-86d0-2f11dbb4bb81" providerId="ADAL" clId="{5984DFBE-C1AA-4D0D-9461-E0318C4100D7}" dt="2025-10-30T13:28:12.861" v="2392" actId="478"/>
          <ac:spMkLst>
            <pc:docMk/>
            <pc:sldMk cId="2343090900" sldId="323"/>
            <ac:spMk id="20" creationId="{23DFCD6C-3F76-25AE-11F3-4378D50167F7}"/>
          </ac:spMkLst>
        </pc:spChg>
        <pc:spChg chg="del">
          <ac:chgData name="Moreno, Rosa Maria" userId="fd624066-e12f-462a-86d0-2f11dbb4bb81" providerId="ADAL" clId="{5984DFBE-C1AA-4D0D-9461-E0318C4100D7}" dt="2025-10-30T13:28:24.544" v="2393" actId="478"/>
          <ac:spMkLst>
            <pc:docMk/>
            <pc:sldMk cId="2343090900" sldId="323"/>
            <ac:spMk id="26" creationId="{AF69B522-0896-BDFC-0F04-B11204599AC2}"/>
          </ac:spMkLst>
        </pc:spChg>
        <pc:spChg chg="del">
          <ac:chgData name="Moreno, Rosa Maria" userId="fd624066-e12f-462a-86d0-2f11dbb4bb81" providerId="ADAL" clId="{5984DFBE-C1AA-4D0D-9461-E0318C4100D7}" dt="2025-10-30T13:28:24.544" v="2393" actId="478"/>
          <ac:spMkLst>
            <pc:docMk/>
            <pc:sldMk cId="2343090900" sldId="323"/>
            <ac:spMk id="27" creationId="{140E878E-A408-0BA2-9089-0CA7F9E90934}"/>
          </ac:spMkLst>
        </pc:spChg>
        <pc:spChg chg="mod">
          <ac:chgData name="Moreno, Rosa Maria" userId="fd624066-e12f-462a-86d0-2f11dbb4bb81" providerId="ADAL" clId="{5984DFBE-C1AA-4D0D-9461-E0318C4100D7}" dt="2025-10-30T13:49:06.396" v="2552" actId="1076"/>
          <ac:spMkLst>
            <pc:docMk/>
            <pc:sldMk cId="2343090900" sldId="323"/>
            <ac:spMk id="29" creationId="{1D4E66E7-9052-3205-C3AA-C5AC0F651446}"/>
          </ac:spMkLst>
        </pc:spChg>
        <pc:picChg chg="del">
          <ac:chgData name="Moreno, Rosa Maria" userId="fd624066-e12f-462a-86d0-2f11dbb4bb81" providerId="ADAL" clId="{5984DFBE-C1AA-4D0D-9461-E0318C4100D7}" dt="2025-10-30T13:28:10.829" v="2391" actId="478"/>
          <ac:picMkLst>
            <pc:docMk/>
            <pc:sldMk cId="2343090900" sldId="323"/>
            <ac:picMk id="4" creationId="{5CFDAE61-4C7B-0FD0-D6C9-2C0BF397EB1C}"/>
          </ac:picMkLst>
        </pc:picChg>
        <pc:picChg chg="add mod">
          <ac:chgData name="Moreno, Rosa Maria" userId="fd624066-e12f-462a-86d0-2f11dbb4bb81" providerId="ADAL" clId="{5984DFBE-C1AA-4D0D-9461-E0318C4100D7}" dt="2025-10-30T13:30:00.953" v="2408" actId="1076"/>
          <ac:picMkLst>
            <pc:docMk/>
            <pc:sldMk cId="2343090900" sldId="323"/>
            <ac:picMk id="5" creationId="{431F5EEC-0A3C-69F5-5562-E065212CC46F}"/>
          </ac:picMkLst>
        </pc:picChg>
        <pc:picChg chg="mod">
          <ac:chgData name="Moreno, Rosa Maria" userId="fd624066-e12f-462a-86d0-2f11dbb4bb81" providerId="ADAL" clId="{5984DFBE-C1AA-4D0D-9461-E0318C4100D7}" dt="2025-10-30T13:31:33.449" v="2432" actId="1035"/>
          <ac:picMkLst>
            <pc:docMk/>
            <pc:sldMk cId="2343090900" sldId="323"/>
            <ac:picMk id="34" creationId="{D00A2944-4C01-51DA-B9AB-2B6EB2EBAFF5}"/>
          </ac:picMkLst>
        </pc:picChg>
        <pc:cxnChg chg="mod ord">
          <ac:chgData name="Moreno, Rosa Maria" userId="fd624066-e12f-462a-86d0-2f11dbb4bb81" providerId="ADAL" clId="{5984DFBE-C1AA-4D0D-9461-E0318C4100D7}" dt="2025-10-30T13:31:03.487" v="2421" actId="14100"/>
          <ac:cxnSpMkLst>
            <pc:docMk/>
            <pc:sldMk cId="2343090900" sldId="323"/>
            <ac:cxnSpMk id="15" creationId="{276D1B74-934A-D519-5697-A4EB36CF3331}"/>
          </ac:cxnSpMkLst>
        </pc:cxnChg>
        <pc:cxnChg chg="del">
          <ac:chgData name="Moreno, Rosa Maria" userId="fd624066-e12f-462a-86d0-2f11dbb4bb81" providerId="ADAL" clId="{5984DFBE-C1AA-4D0D-9461-E0318C4100D7}" dt="2025-10-30T13:28:24.544" v="2393" actId="478"/>
          <ac:cxnSpMkLst>
            <pc:docMk/>
            <pc:sldMk cId="2343090900" sldId="323"/>
            <ac:cxnSpMk id="17" creationId="{95CAF61A-2932-C526-F556-C921468DD5D3}"/>
          </ac:cxnSpMkLst>
        </pc:cxnChg>
        <pc:cxnChg chg="del mod">
          <ac:chgData name="Moreno, Rosa Maria" userId="fd624066-e12f-462a-86d0-2f11dbb4bb81" providerId="ADAL" clId="{5984DFBE-C1AA-4D0D-9461-E0318C4100D7}" dt="2025-10-30T13:28:24.544" v="2393" actId="478"/>
          <ac:cxnSpMkLst>
            <pc:docMk/>
            <pc:sldMk cId="2343090900" sldId="323"/>
            <ac:cxnSpMk id="31" creationId="{D6191C50-D2A8-2742-C888-298FD28005AB}"/>
          </ac:cxnSpMkLst>
        </pc:cxnChg>
      </pc:sldChg>
      <pc:sldChg chg="addSp delSp modSp add mod">
        <pc:chgData name="Moreno, Rosa Maria" userId="fd624066-e12f-462a-86d0-2f11dbb4bb81" providerId="ADAL" clId="{5984DFBE-C1AA-4D0D-9461-E0318C4100D7}" dt="2025-10-30T13:49:30.941" v="2556" actId="20577"/>
        <pc:sldMkLst>
          <pc:docMk/>
          <pc:sldMk cId="1551496577" sldId="324"/>
        </pc:sldMkLst>
        <pc:spChg chg="add del mod">
          <ac:chgData name="Moreno, Rosa Maria" userId="fd624066-e12f-462a-86d0-2f11dbb4bb81" providerId="ADAL" clId="{5984DFBE-C1AA-4D0D-9461-E0318C4100D7}" dt="2025-10-30T13:37:20.903" v="2484" actId="478"/>
          <ac:spMkLst>
            <pc:docMk/>
            <pc:sldMk cId="1551496577" sldId="324"/>
            <ac:spMk id="3" creationId="{8A8639A9-809E-6500-0F59-7BA642C6BCAA}"/>
          </ac:spMkLst>
        </pc:spChg>
        <pc:spChg chg="mod ord">
          <ac:chgData name="Moreno, Rosa Maria" userId="fd624066-e12f-462a-86d0-2f11dbb4bb81" providerId="ADAL" clId="{5984DFBE-C1AA-4D0D-9461-E0318C4100D7}" dt="2025-10-30T13:35:45.239" v="2473" actId="14100"/>
          <ac:spMkLst>
            <pc:docMk/>
            <pc:sldMk cId="1551496577" sldId="324"/>
            <ac:spMk id="6" creationId="{A9BADA0D-9912-07B7-271E-64104EB133D0}"/>
          </ac:spMkLst>
        </pc:spChg>
        <pc:spChg chg="mod ord">
          <ac:chgData name="Moreno, Rosa Maria" userId="fd624066-e12f-462a-86d0-2f11dbb4bb81" providerId="ADAL" clId="{5984DFBE-C1AA-4D0D-9461-E0318C4100D7}" dt="2025-10-30T13:36:57.884" v="2482" actId="14100"/>
          <ac:spMkLst>
            <pc:docMk/>
            <pc:sldMk cId="1551496577" sldId="324"/>
            <ac:spMk id="10" creationId="{FABD34A5-13B3-D9F1-4AE0-36A71B54E295}"/>
          </ac:spMkLst>
        </pc:spChg>
        <pc:spChg chg="mod">
          <ac:chgData name="Moreno, Rosa Maria" userId="fd624066-e12f-462a-86d0-2f11dbb4bb81" providerId="ADAL" clId="{5984DFBE-C1AA-4D0D-9461-E0318C4100D7}" dt="2025-10-30T13:49:30.941" v="2556" actId="20577"/>
          <ac:spMkLst>
            <pc:docMk/>
            <pc:sldMk cId="1551496577" sldId="324"/>
            <ac:spMk id="11" creationId="{C5B103D9-B635-4A9C-4C00-1D2A1901CFCF}"/>
          </ac:spMkLst>
        </pc:spChg>
        <pc:spChg chg="del">
          <ac:chgData name="Moreno, Rosa Maria" userId="fd624066-e12f-462a-86d0-2f11dbb4bb81" providerId="ADAL" clId="{5984DFBE-C1AA-4D0D-9461-E0318C4100D7}" dt="2025-10-30T13:36:47.452" v="2479" actId="478"/>
          <ac:spMkLst>
            <pc:docMk/>
            <pc:sldMk cId="1551496577" sldId="324"/>
            <ac:spMk id="13" creationId="{EB1D8491-43B6-76E9-11DA-9EFC384ECB9A}"/>
          </ac:spMkLst>
        </pc:spChg>
        <pc:spChg chg="del">
          <ac:chgData name="Moreno, Rosa Maria" userId="fd624066-e12f-462a-86d0-2f11dbb4bb81" providerId="ADAL" clId="{5984DFBE-C1AA-4D0D-9461-E0318C4100D7}" dt="2025-10-30T13:35:51.410" v="2474" actId="478"/>
          <ac:spMkLst>
            <pc:docMk/>
            <pc:sldMk cId="1551496577" sldId="324"/>
            <ac:spMk id="14" creationId="{D3636899-498A-F945-A167-EC54C46AC894}"/>
          </ac:spMkLst>
        </pc:spChg>
        <pc:spChg chg="add mod">
          <ac:chgData name="Moreno, Rosa Maria" userId="fd624066-e12f-462a-86d0-2f11dbb4bb81" providerId="ADAL" clId="{5984DFBE-C1AA-4D0D-9461-E0318C4100D7}" dt="2025-10-30T13:37:27.259" v="2486" actId="1076"/>
          <ac:spMkLst>
            <pc:docMk/>
            <pc:sldMk cId="1551496577" sldId="324"/>
            <ac:spMk id="21" creationId="{A5E167EE-0A3B-0F60-B7AD-AC0FAFB4412E}"/>
          </ac:spMkLst>
        </pc:spChg>
        <pc:spChg chg="del mod">
          <ac:chgData name="Moreno, Rosa Maria" userId="fd624066-e12f-462a-86d0-2f11dbb4bb81" providerId="ADAL" clId="{5984DFBE-C1AA-4D0D-9461-E0318C4100D7}" dt="2025-10-30T13:32:45.938" v="2444" actId="478"/>
          <ac:spMkLst>
            <pc:docMk/>
            <pc:sldMk cId="1551496577" sldId="324"/>
            <ac:spMk id="29" creationId="{35F470D3-CDCB-098C-CEBC-383468A5152D}"/>
          </ac:spMkLst>
        </pc:spChg>
        <pc:picChg chg="del mod">
          <ac:chgData name="Moreno, Rosa Maria" userId="fd624066-e12f-462a-86d0-2f11dbb4bb81" providerId="ADAL" clId="{5984DFBE-C1AA-4D0D-9461-E0318C4100D7}" dt="2025-10-30T13:35:21.696" v="2466" actId="478"/>
          <ac:picMkLst>
            <pc:docMk/>
            <pc:sldMk cId="1551496577" sldId="324"/>
            <ac:picMk id="5" creationId="{4915CB57-4B13-2E5B-D1E9-DB01120D979E}"/>
          </ac:picMkLst>
        </pc:picChg>
        <pc:picChg chg="add mod ord">
          <ac:chgData name="Moreno, Rosa Maria" userId="fd624066-e12f-462a-86d0-2f11dbb4bb81" providerId="ADAL" clId="{5984DFBE-C1AA-4D0D-9461-E0318C4100D7}" dt="2025-10-30T13:34:21.110" v="2462" actId="1076"/>
          <ac:picMkLst>
            <pc:docMk/>
            <pc:sldMk cId="1551496577" sldId="324"/>
            <ac:picMk id="7" creationId="{C1AFDBC1-0133-F6EA-68CC-7C11E7150964}"/>
          </ac:picMkLst>
        </pc:picChg>
        <pc:picChg chg="add mod">
          <ac:chgData name="Moreno, Rosa Maria" userId="fd624066-e12f-462a-86d0-2f11dbb4bb81" providerId="ADAL" clId="{5984DFBE-C1AA-4D0D-9461-E0318C4100D7}" dt="2025-10-30T13:35:32.201" v="2470" actId="1076"/>
          <ac:picMkLst>
            <pc:docMk/>
            <pc:sldMk cId="1551496577" sldId="324"/>
            <ac:picMk id="16" creationId="{1DC29851-91C3-61AD-F2AF-4FBB60A2F269}"/>
          </ac:picMkLst>
        </pc:picChg>
        <pc:picChg chg="del">
          <ac:chgData name="Moreno, Rosa Maria" userId="fd624066-e12f-462a-86d0-2f11dbb4bb81" providerId="ADAL" clId="{5984DFBE-C1AA-4D0D-9461-E0318C4100D7}" dt="2025-10-30T13:33:14.742" v="2447" actId="478"/>
          <ac:picMkLst>
            <pc:docMk/>
            <pc:sldMk cId="1551496577" sldId="324"/>
            <ac:picMk id="34" creationId="{B278DEB2-B999-98E7-BB89-1708101544CA}"/>
          </ac:picMkLst>
        </pc:picChg>
        <pc:cxnChg chg="mod">
          <ac:chgData name="Moreno, Rosa Maria" userId="fd624066-e12f-462a-86d0-2f11dbb4bb81" providerId="ADAL" clId="{5984DFBE-C1AA-4D0D-9461-E0318C4100D7}" dt="2025-10-30T13:36:44.070" v="2478" actId="14100"/>
          <ac:cxnSpMkLst>
            <pc:docMk/>
            <pc:sldMk cId="1551496577" sldId="324"/>
            <ac:cxnSpMk id="15" creationId="{23E10C9E-71AF-83D2-8CCE-3C8E10F7827B}"/>
          </ac:cxnSpMkLst>
        </pc:cxnChg>
      </pc:sldChg>
      <pc:sldChg chg="addSp delSp modSp add mod">
        <pc:chgData name="Moreno, Rosa Maria" userId="fd624066-e12f-462a-86d0-2f11dbb4bb81" providerId="ADAL" clId="{5984DFBE-C1AA-4D0D-9461-E0318C4100D7}" dt="2025-10-30T14:04:59.696" v="2694" actId="1076"/>
        <pc:sldMkLst>
          <pc:docMk/>
          <pc:sldMk cId="1084498047" sldId="325"/>
        </pc:sldMkLst>
        <pc:spChg chg="mod">
          <ac:chgData name="Moreno, Rosa Maria" userId="fd624066-e12f-462a-86d0-2f11dbb4bb81" providerId="ADAL" clId="{5984DFBE-C1AA-4D0D-9461-E0318C4100D7}" dt="2025-10-30T13:42:09.548" v="2537" actId="20577"/>
          <ac:spMkLst>
            <pc:docMk/>
            <pc:sldMk cId="1084498047" sldId="325"/>
            <ac:spMk id="2" creationId="{F7DB8EBA-0A37-3AC0-613E-9F683B3072A6}"/>
          </ac:spMkLst>
        </pc:spChg>
        <pc:spChg chg="mod">
          <ac:chgData name="Moreno, Rosa Maria" userId="fd624066-e12f-462a-86d0-2f11dbb4bb81" providerId="ADAL" clId="{5984DFBE-C1AA-4D0D-9461-E0318C4100D7}" dt="2025-10-30T13:49:50.487" v="2558" actId="1076"/>
          <ac:spMkLst>
            <pc:docMk/>
            <pc:sldMk cId="1084498047" sldId="325"/>
            <ac:spMk id="3" creationId="{9D02FD1B-E2A7-552E-7325-9565C5FEC8E2}"/>
          </ac:spMkLst>
        </pc:spChg>
        <pc:spChg chg="del mod ord">
          <ac:chgData name="Moreno, Rosa Maria" userId="fd624066-e12f-462a-86d0-2f11dbb4bb81" providerId="ADAL" clId="{5984DFBE-C1AA-4D0D-9461-E0318C4100D7}" dt="2025-10-30T13:40:47.991" v="2511" actId="478"/>
          <ac:spMkLst>
            <pc:docMk/>
            <pc:sldMk cId="1084498047" sldId="325"/>
            <ac:spMk id="6" creationId="{2A8E5CA2-02B7-1126-7B35-F92FDBB136F7}"/>
          </ac:spMkLst>
        </pc:spChg>
        <pc:spChg chg="mod ord">
          <ac:chgData name="Moreno, Rosa Maria" userId="fd624066-e12f-462a-86d0-2f11dbb4bb81" providerId="ADAL" clId="{5984DFBE-C1AA-4D0D-9461-E0318C4100D7}" dt="2025-10-30T14:04:48.911" v="2691" actId="1076"/>
          <ac:spMkLst>
            <pc:docMk/>
            <pc:sldMk cId="1084498047" sldId="325"/>
            <ac:spMk id="10" creationId="{E81D3A8D-DA12-E166-F297-C6A05E90AEDE}"/>
          </ac:spMkLst>
        </pc:spChg>
        <pc:spChg chg="mod">
          <ac:chgData name="Moreno, Rosa Maria" userId="fd624066-e12f-462a-86d0-2f11dbb4bb81" providerId="ADAL" clId="{5984DFBE-C1AA-4D0D-9461-E0318C4100D7}" dt="2025-10-30T13:49:53.350" v="2560" actId="20577"/>
          <ac:spMkLst>
            <pc:docMk/>
            <pc:sldMk cId="1084498047" sldId="325"/>
            <ac:spMk id="11" creationId="{F2070A49-9A52-3C2F-6A49-F426EBE33271}"/>
          </ac:spMkLst>
        </pc:spChg>
        <pc:spChg chg="add mod">
          <ac:chgData name="Moreno, Rosa Maria" userId="fd624066-e12f-462a-86d0-2f11dbb4bb81" providerId="ADAL" clId="{5984DFBE-C1AA-4D0D-9461-E0318C4100D7}" dt="2025-10-30T14:04:59.696" v="2694" actId="1076"/>
          <ac:spMkLst>
            <pc:docMk/>
            <pc:sldMk cId="1084498047" sldId="325"/>
            <ac:spMk id="17" creationId="{CD04E7B3-4337-73AA-0FB9-18A75B266B35}"/>
          </ac:spMkLst>
        </pc:spChg>
        <pc:picChg chg="add mod">
          <ac:chgData name="Moreno, Rosa Maria" userId="fd624066-e12f-462a-86d0-2f11dbb4bb81" providerId="ADAL" clId="{5984DFBE-C1AA-4D0D-9461-E0318C4100D7}" dt="2025-10-30T13:40:57.916" v="2513" actId="1582"/>
          <ac:picMkLst>
            <pc:docMk/>
            <pc:sldMk cId="1084498047" sldId="325"/>
            <ac:picMk id="5" creationId="{EDD393A9-A864-4BFF-EEFF-BAF7660C5ADC}"/>
          </ac:picMkLst>
        </pc:picChg>
        <pc:picChg chg="del mod">
          <ac:chgData name="Moreno, Rosa Maria" userId="fd624066-e12f-462a-86d0-2f11dbb4bb81" providerId="ADAL" clId="{5984DFBE-C1AA-4D0D-9461-E0318C4100D7}" dt="2025-10-30T13:40:28.945" v="2503" actId="478"/>
          <ac:picMkLst>
            <pc:docMk/>
            <pc:sldMk cId="1084498047" sldId="325"/>
            <ac:picMk id="7" creationId="{0FD3361C-6E71-8FFE-D68D-F5246216172D}"/>
          </ac:picMkLst>
        </pc:picChg>
        <pc:picChg chg="add mod">
          <ac:chgData name="Moreno, Rosa Maria" userId="fd624066-e12f-462a-86d0-2f11dbb4bb81" providerId="ADAL" clId="{5984DFBE-C1AA-4D0D-9461-E0318C4100D7}" dt="2025-10-30T14:04:45.425" v="2690" actId="1076"/>
          <ac:picMkLst>
            <pc:docMk/>
            <pc:sldMk cId="1084498047" sldId="325"/>
            <ac:picMk id="12" creationId="{559C7CAF-D5EA-F0E9-845D-2F07193EF35C}"/>
          </ac:picMkLst>
        </pc:picChg>
        <pc:picChg chg="del">
          <ac:chgData name="Moreno, Rosa Maria" userId="fd624066-e12f-462a-86d0-2f11dbb4bb81" providerId="ADAL" clId="{5984DFBE-C1AA-4D0D-9461-E0318C4100D7}" dt="2025-10-30T13:37:47.226" v="2491" actId="478"/>
          <ac:picMkLst>
            <pc:docMk/>
            <pc:sldMk cId="1084498047" sldId="325"/>
            <ac:picMk id="16" creationId="{B5C97709-F6CC-8867-B2A6-8D31732BE037}"/>
          </ac:picMkLst>
        </pc:picChg>
        <pc:cxnChg chg="mod ord">
          <ac:chgData name="Moreno, Rosa Maria" userId="fd624066-e12f-462a-86d0-2f11dbb4bb81" providerId="ADAL" clId="{5984DFBE-C1AA-4D0D-9461-E0318C4100D7}" dt="2025-10-30T14:04:45.425" v="2690" actId="1076"/>
          <ac:cxnSpMkLst>
            <pc:docMk/>
            <pc:sldMk cId="1084498047" sldId="325"/>
            <ac:cxnSpMk id="15" creationId="{6CEECA5D-04C7-D5AA-B99F-A20BC9069439}"/>
          </ac:cxnSpMkLst>
        </pc:cxnChg>
      </pc:sldChg>
      <pc:sldChg chg="addSp delSp modSp add mod">
        <pc:chgData name="Moreno, Rosa Maria" userId="fd624066-e12f-462a-86d0-2f11dbb4bb81" providerId="ADAL" clId="{5984DFBE-C1AA-4D0D-9461-E0318C4100D7}" dt="2025-10-30T14:02:16.331" v="2653" actId="1076"/>
        <pc:sldMkLst>
          <pc:docMk/>
          <pc:sldMk cId="240705267" sldId="326"/>
        </pc:sldMkLst>
        <pc:spChg chg="del mod">
          <ac:chgData name="Moreno, Rosa Maria" userId="fd624066-e12f-462a-86d0-2f11dbb4bb81" providerId="ADAL" clId="{5984DFBE-C1AA-4D0D-9461-E0318C4100D7}" dt="2025-10-30T13:59:13.917" v="2632" actId="478"/>
          <ac:spMkLst>
            <pc:docMk/>
            <pc:sldMk cId="240705267" sldId="326"/>
            <ac:spMk id="3" creationId="{9DC5C0A7-586B-EA21-F026-65C7DA113C22}"/>
          </ac:spMkLst>
        </pc:spChg>
        <pc:spChg chg="add mod">
          <ac:chgData name="Moreno, Rosa Maria" userId="fd624066-e12f-462a-86d0-2f11dbb4bb81" providerId="ADAL" clId="{5984DFBE-C1AA-4D0D-9461-E0318C4100D7}" dt="2025-10-30T13:52:07.047" v="2595" actId="1076"/>
          <ac:spMkLst>
            <pc:docMk/>
            <pc:sldMk cId="240705267" sldId="326"/>
            <ac:spMk id="4" creationId="{FD970DD0-F043-F65F-6907-8F28E313030A}"/>
          </ac:spMkLst>
        </pc:spChg>
        <pc:spChg chg="mod ord">
          <ac:chgData name="Moreno, Rosa Maria" userId="fd624066-e12f-462a-86d0-2f11dbb4bb81" providerId="ADAL" clId="{5984DFBE-C1AA-4D0D-9461-E0318C4100D7}" dt="2025-10-30T14:00:22.843" v="2642" actId="1076"/>
          <ac:spMkLst>
            <pc:docMk/>
            <pc:sldMk cId="240705267" sldId="326"/>
            <ac:spMk id="10" creationId="{A98D4807-69FE-3729-5AAA-2A2E1B5AFB24}"/>
          </ac:spMkLst>
        </pc:spChg>
        <pc:spChg chg="mod">
          <ac:chgData name="Moreno, Rosa Maria" userId="fd624066-e12f-462a-86d0-2f11dbb4bb81" providerId="ADAL" clId="{5984DFBE-C1AA-4D0D-9461-E0318C4100D7}" dt="2025-10-30T13:50:09.462" v="2581" actId="20577"/>
          <ac:spMkLst>
            <pc:docMk/>
            <pc:sldMk cId="240705267" sldId="326"/>
            <ac:spMk id="11" creationId="{05E55E84-75D7-DD49-4F06-B1FDD762CA2A}"/>
          </ac:spMkLst>
        </pc:spChg>
        <pc:spChg chg="add mod">
          <ac:chgData name="Moreno, Rosa Maria" userId="fd624066-e12f-462a-86d0-2f11dbb4bb81" providerId="ADAL" clId="{5984DFBE-C1AA-4D0D-9461-E0318C4100D7}" dt="2025-10-30T14:00:38.609" v="2647" actId="14100"/>
          <ac:spMkLst>
            <pc:docMk/>
            <pc:sldMk cId="240705267" sldId="326"/>
            <ac:spMk id="26" creationId="{84920C2C-06D8-2547-ABAC-F556B83FB173}"/>
          </ac:spMkLst>
        </pc:spChg>
        <pc:spChg chg="add mod">
          <ac:chgData name="Moreno, Rosa Maria" userId="fd624066-e12f-462a-86d0-2f11dbb4bb81" providerId="ADAL" clId="{5984DFBE-C1AA-4D0D-9461-E0318C4100D7}" dt="2025-10-30T14:02:16.331" v="2653" actId="1076"/>
          <ac:spMkLst>
            <pc:docMk/>
            <pc:sldMk cId="240705267" sldId="326"/>
            <ac:spMk id="31" creationId="{5319DE7D-FC08-1292-8AF6-08EF76987F2E}"/>
          </ac:spMkLst>
        </pc:spChg>
        <pc:picChg chg="del">
          <ac:chgData name="Moreno, Rosa Maria" userId="fd624066-e12f-462a-86d0-2f11dbb4bb81" providerId="ADAL" clId="{5984DFBE-C1AA-4D0D-9461-E0318C4100D7}" dt="2025-10-30T13:50:35.511" v="2583" actId="478"/>
          <ac:picMkLst>
            <pc:docMk/>
            <pc:sldMk cId="240705267" sldId="326"/>
            <ac:picMk id="5" creationId="{9D3EDEE4-C449-4C08-8210-1A88401869F1}"/>
          </ac:picMkLst>
        </pc:picChg>
        <pc:picChg chg="add mod">
          <ac:chgData name="Moreno, Rosa Maria" userId="fd624066-e12f-462a-86d0-2f11dbb4bb81" providerId="ADAL" clId="{5984DFBE-C1AA-4D0D-9461-E0318C4100D7}" dt="2025-10-30T13:52:14.370" v="2606" actId="1037"/>
          <ac:picMkLst>
            <pc:docMk/>
            <pc:sldMk cId="240705267" sldId="326"/>
            <ac:picMk id="7" creationId="{2B8B8A9F-8BDC-5A2E-A452-10108D7A8C09}"/>
          </ac:picMkLst>
        </pc:picChg>
        <pc:picChg chg="add del mod">
          <ac:chgData name="Moreno, Rosa Maria" userId="fd624066-e12f-462a-86d0-2f11dbb4bb81" providerId="ADAL" clId="{5984DFBE-C1AA-4D0D-9461-E0318C4100D7}" dt="2025-10-30T14:00:16.381" v="2640" actId="478"/>
          <ac:picMkLst>
            <pc:docMk/>
            <pc:sldMk cId="240705267" sldId="326"/>
            <ac:picMk id="9" creationId="{0B8613EE-3629-EA38-A63A-82DBEEC753F9}"/>
          </ac:picMkLst>
        </pc:picChg>
        <pc:picChg chg="del">
          <ac:chgData name="Moreno, Rosa Maria" userId="fd624066-e12f-462a-86d0-2f11dbb4bb81" providerId="ADAL" clId="{5984DFBE-C1AA-4D0D-9461-E0318C4100D7}" dt="2025-10-30T13:53:41.388" v="2608" actId="478"/>
          <ac:picMkLst>
            <pc:docMk/>
            <pc:sldMk cId="240705267" sldId="326"/>
            <ac:picMk id="12" creationId="{88535573-3B99-B574-252A-AF09FEA88240}"/>
          </ac:picMkLst>
        </pc:picChg>
        <pc:picChg chg="add mod">
          <ac:chgData name="Moreno, Rosa Maria" userId="fd624066-e12f-462a-86d0-2f11dbb4bb81" providerId="ADAL" clId="{5984DFBE-C1AA-4D0D-9461-E0318C4100D7}" dt="2025-10-30T13:54:42.585" v="2612" actId="1076"/>
          <ac:picMkLst>
            <pc:docMk/>
            <pc:sldMk cId="240705267" sldId="326"/>
            <ac:picMk id="14" creationId="{51E2A58C-5181-4394-2A91-35357E709875}"/>
          </ac:picMkLst>
        </pc:picChg>
        <pc:picChg chg="add del mod">
          <ac:chgData name="Moreno, Rosa Maria" userId="fd624066-e12f-462a-86d0-2f11dbb4bb81" providerId="ADAL" clId="{5984DFBE-C1AA-4D0D-9461-E0318C4100D7}" dt="2025-10-30T13:58:40.603" v="2623" actId="478"/>
          <ac:picMkLst>
            <pc:docMk/>
            <pc:sldMk cId="240705267" sldId="326"/>
            <ac:picMk id="17" creationId="{E0DEA17E-9986-FA51-AA79-DA229CF0F5FC}"/>
          </ac:picMkLst>
        </pc:picChg>
        <pc:picChg chg="add del mod">
          <ac:chgData name="Moreno, Rosa Maria" userId="fd624066-e12f-462a-86d0-2f11dbb4bb81" providerId="ADAL" clId="{5984DFBE-C1AA-4D0D-9461-E0318C4100D7}" dt="2025-10-30T13:58:38.645" v="2622" actId="478"/>
          <ac:picMkLst>
            <pc:docMk/>
            <pc:sldMk cId="240705267" sldId="326"/>
            <ac:picMk id="19" creationId="{7E3E2026-49E2-0FE7-0B59-37D5830E8E5A}"/>
          </ac:picMkLst>
        </pc:picChg>
        <pc:picChg chg="add mod">
          <ac:chgData name="Moreno, Rosa Maria" userId="fd624066-e12f-462a-86d0-2f11dbb4bb81" providerId="ADAL" clId="{5984DFBE-C1AA-4D0D-9461-E0318C4100D7}" dt="2025-10-30T14:00:20.347" v="2641" actId="1076"/>
          <ac:picMkLst>
            <pc:docMk/>
            <pc:sldMk cId="240705267" sldId="326"/>
            <ac:picMk id="21" creationId="{F5A5EA8C-6246-EB0D-8ECB-D49B8F2C6EA5}"/>
          </ac:picMkLst>
        </pc:picChg>
        <pc:picChg chg="add mod">
          <ac:chgData name="Moreno, Rosa Maria" userId="fd624066-e12f-462a-86d0-2f11dbb4bb81" providerId="ADAL" clId="{5984DFBE-C1AA-4D0D-9461-E0318C4100D7}" dt="2025-10-30T14:00:26.703" v="2643" actId="1076"/>
          <ac:picMkLst>
            <pc:docMk/>
            <pc:sldMk cId="240705267" sldId="326"/>
            <ac:picMk id="24" creationId="{07EA4388-CB61-17F5-2C19-B1780E5C4261}"/>
          </ac:picMkLst>
        </pc:picChg>
        <pc:cxnChg chg="mod ord">
          <ac:chgData name="Moreno, Rosa Maria" userId="fd624066-e12f-462a-86d0-2f11dbb4bb81" providerId="ADAL" clId="{5984DFBE-C1AA-4D0D-9461-E0318C4100D7}" dt="2025-10-30T13:56:58.353" v="2619" actId="166"/>
          <ac:cxnSpMkLst>
            <pc:docMk/>
            <pc:sldMk cId="240705267" sldId="326"/>
            <ac:cxnSpMk id="15" creationId="{55545321-392C-F4F5-8A5C-7A901A363309}"/>
          </ac:cxnSpMkLst>
        </pc:cxnChg>
        <pc:cxnChg chg="add mod">
          <ac:chgData name="Moreno, Rosa Maria" userId="fd624066-e12f-462a-86d0-2f11dbb4bb81" providerId="ADAL" clId="{5984DFBE-C1AA-4D0D-9461-E0318C4100D7}" dt="2025-10-30T14:00:55.426" v="2651" actId="14100"/>
          <ac:cxnSpMkLst>
            <pc:docMk/>
            <pc:sldMk cId="240705267" sldId="326"/>
            <ac:cxnSpMk id="27" creationId="{46875E05-4A72-BDE5-AF25-B5EE594A2959}"/>
          </ac:cxnSpMkLst>
        </pc:cxnChg>
      </pc:sldChg>
      <pc:sldChg chg="addSp delSp modSp add mod">
        <pc:chgData name="Moreno, Rosa Maria" userId="fd624066-e12f-462a-86d0-2f11dbb4bb81" providerId="ADAL" clId="{5984DFBE-C1AA-4D0D-9461-E0318C4100D7}" dt="2025-10-30T14:06:23.032" v="2722" actId="14100"/>
        <pc:sldMkLst>
          <pc:docMk/>
          <pc:sldMk cId="2730247517" sldId="327"/>
        </pc:sldMkLst>
        <pc:spChg chg="add mod">
          <ac:chgData name="Moreno, Rosa Maria" userId="fd624066-e12f-462a-86d0-2f11dbb4bb81" providerId="ADAL" clId="{5984DFBE-C1AA-4D0D-9461-E0318C4100D7}" dt="2025-10-30T14:05:23.375" v="2712" actId="1076"/>
          <ac:spMkLst>
            <pc:docMk/>
            <pc:sldMk cId="2730247517" sldId="327"/>
            <ac:spMk id="6" creationId="{7BBB4C39-30C1-A9E1-EBBC-05726A89F5DC}"/>
          </ac:spMkLst>
        </pc:spChg>
        <pc:spChg chg="mod ord">
          <ac:chgData name="Moreno, Rosa Maria" userId="fd624066-e12f-462a-86d0-2f11dbb4bb81" providerId="ADAL" clId="{5984DFBE-C1AA-4D0D-9461-E0318C4100D7}" dt="2025-10-30T14:03:47.274" v="2661" actId="1076"/>
          <ac:spMkLst>
            <pc:docMk/>
            <pc:sldMk cId="2730247517" sldId="327"/>
            <ac:spMk id="10" creationId="{27AA71CC-078F-3944-4802-B2ED9F4C48DE}"/>
          </ac:spMkLst>
        </pc:spChg>
        <pc:spChg chg="add mod">
          <ac:chgData name="Moreno, Rosa Maria" userId="fd624066-e12f-462a-86d0-2f11dbb4bb81" providerId="ADAL" clId="{5984DFBE-C1AA-4D0D-9461-E0318C4100D7}" dt="2025-10-30T14:06:11.129" v="2719" actId="14100"/>
          <ac:spMkLst>
            <pc:docMk/>
            <pc:sldMk cId="2730247517" sldId="327"/>
            <ac:spMk id="12" creationId="{22E40D50-DEA8-DA68-CA13-9AB0AA0DF123}"/>
          </ac:spMkLst>
        </pc:spChg>
        <pc:picChg chg="add mod">
          <ac:chgData name="Moreno, Rosa Maria" userId="fd624066-e12f-462a-86d0-2f11dbb4bb81" providerId="ADAL" clId="{5984DFBE-C1AA-4D0D-9461-E0318C4100D7}" dt="2025-10-30T14:05:47.446" v="2713"/>
          <ac:picMkLst>
            <pc:docMk/>
            <pc:sldMk cId="2730247517" sldId="327"/>
            <ac:picMk id="8" creationId="{0CD5F2B6-3299-BB38-96DF-C0670F1D2B97}"/>
          </ac:picMkLst>
        </pc:picChg>
        <pc:picChg chg="del">
          <ac:chgData name="Moreno, Rosa Maria" userId="fd624066-e12f-462a-86d0-2f11dbb4bb81" providerId="ADAL" clId="{5984DFBE-C1AA-4D0D-9461-E0318C4100D7}" dt="2025-10-30T14:02:29.894" v="2654" actId="478"/>
          <ac:picMkLst>
            <pc:docMk/>
            <pc:sldMk cId="2730247517" sldId="327"/>
            <ac:picMk id="9" creationId="{26E08A89-BEFB-041D-A825-16D875AEE982}"/>
          </ac:picMkLst>
        </pc:picChg>
        <pc:picChg chg="mod">
          <ac:chgData name="Moreno, Rosa Maria" userId="fd624066-e12f-462a-86d0-2f11dbb4bb81" providerId="ADAL" clId="{5984DFBE-C1AA-4D0D-9461-E0318C4100D7}" dt="2025-10-30T14:02:35.467" v="2655" actId="1076"/>
          <ac:picMkLst>
            <pc:docMk/>
            <pc:sldMk cId="2730247517" sldId="327"/>
            <ac:picMk id="19" creationId="{22628DDD-E8D0-512A-2B73-2F8FA1750F93}"/>
          </ac:picMkLst>
        </pc:picChg>
        <pc:cxnChg chg="add mod">
          <ac:chgData name="Moreno, Rosa Maria" userId="fd624066-e12f-462a-86d0-2f11dbb4bb81" providerId="ADAL" clId="{5984DFBE-C1AA-4D0D-9461-E0318C4100D7}" dt="2025-10-30T14:06:23.032" v="2722" actId="14100"/>
          <ac:cxnSpMkLst>
            <pc:docMk/>
            <pc:sldMk cId="2730247517" sldId="327"/>
            <ac:cxnSpMk id="13" creationId="{4C0087C5-B195-2D37-E3E5-983E5EA765AB}"/>
          </ac:cxnSpMkLst>
        </pc:cxnChg>
        <pc:cxnChg chg="mod">
          <ac:chgData name="Moreno, Rosa Maria" userId="fd624066-e12f-462a-86d0-2f11dbb4bb81" providerId="ADAL" clId="{5984DFBE-C1AA-4D0D-9461-E0318C4100D7}" dt="2025-10-30T14:03:18.868" v="2656" actId="14100"/>
          <ac:cxnSpMkLst>
            <pc:docMk/>
            <pc:sldMk cId="2730247517" sldId="327"/>
            <ac:cxnSpMk id="15" creationId="{8B4FE9A8-820B-FF1C-5306-F6561D65B650}"/>
          </ac:cxnSpMkLst>
        </pc:cxnChg>
      </pc:sldChg>
      <pc:sldMasterChg chg="delSldLayout">
        <pc:chgData name="Moreno, Rosa Maria" userId="fd624066-e12f-462a-86d0-2f11dbb4bb81" providerId="ADAL" clId="{5984DFBE-C1AA-4D0D-9461-E0318C4100D7}" dt="2025-10-30T12:39:40.535" v="2024" actId="2696"/>
        <pc:sldMasterMkLst>
          <pc:docMk/>
          <pc:sldMasterMk cId="1963752773" sldId="2147483648"/>
        </pc:sldMasterMkLst>
        <pc:sldLayoutChg chg="del">
          <pc:chgData name="Moreno, Rosa Maria" userId="fd624066-e12f-462a-86d0-2f11dbb4bb81" providerId="ADAL" clId="{5984DFBE-C1AA-4D0D-9461-E0318C4100D7}" dt="2025-10-30T10:15:40.252" v="1418" actId="2696"/>
          <pc:sldLayoutMkLst>
            <pc:docMk/>
            <pc:sldMasterMk cId="1963752773" sldId="2147483648"/>
            <pc:sldLayoutMk cId="263666039" sldId="2147483660"/>
          </pc:sldLayoutMkLst>
        </pc:sldLayoutChg>
        <pc:sldLayoutChg chg="del">
          <pc:chgData name="Moreno, Rosa Maria" userId="fd624066-e12f-462a-86d0-2f11dbb4bb81" providerId="ADAL" clId="{5984DFBE-C1AA-4D0D-9461-E0318C4100D7}" dt="2025-10-30T10:03:39.099" v="1417" actId="47"/>
          <pc:sldLayoutMkLst>
            <pc:docMk/>
            <pc:sldMasterMk cId="1963752773" sldId="2147483648"/>
            <pc:sldLayoutMk cId="991183822" sldId="2147483662"/>
          </pc:sldLayoutMkLst>
        </pc:sldLayoutChg>
        <pc:sldLayoutChg chg="del">
          <pc:chgData name="Moreno, Rosa Maria" userId="fd624066-e12f-462a-86d0-2f11dbb4bb81" providerId="ADAL" clId="{5984DFBE-C1AA-4D0D-9461-E0318C4100D7}" dt="2025-10-30T10:27:47.034" v="1518" actId="2696"/>
          <pc:sldLayoutMkLst>
            <pc:docMk/>
            <pc:sldMasterMk cId="1963752773" sldId="2147483648"/>
            <pc:sldLayoutMk cId="3033227662" sldId="2147483662"/>
          </pc:sldLayoutMkLst>
        </pc:sldLayoutChg>
        <pc:sldLayoutChg chg="del">
          <pc:chgData name="Moreno, Rosa Maria" userId="fd624066-e12f-462a-86d0-2f11dbb4bb81" providerId="ADAL" clId="{5984DFBE-C1AA-4D0D-9461-E0318C4100D7}" dt="2025-10-30T12:39:40.535" v="2024" actId="2696"/>
          <pc:sldLayoutMkLst>
            <pc:docMk/>
            <pc:sldMasterMk cId="1963752773" sldId="2147483648"/>
            <pc:sldLayoutMk cId="554735737" sldId="2147483663"/>
          </pc:sldLayoutMkLst>
        </pc:sldLayoutChg>
        <pc:sldLayoutChg chg="del">
          <pc:chgData name="Moreno, Rosa Maria" userId="fd624066-e12f-462a-86d0-2f11dbb4bb81" providerId="ADAL" clId="{5984DFBE-C1AA-4D0D-9461-E0318C4100D7}" dt="2025-10-30T10:15:40.252" v="1418" actId="2696"/>
          <pc:sldLayoutMkLst>
            <pc:docMk/>
            <pc:sldMasterMk cId="1963752773" sldId="2147483648"/>
            <pc:sldLayoutMk cId="3416679300" sldId="2147483663"/>
          </pc:sldLayoutMkLst>
        </pc:sldLayoutChg>
        <pc:sldLayoutChg chg="del">
          <pc:chgData name="Moreno, Rosa Maria" userId="fd624066-e12f-462a-86d0-2f11dbb4bb81" providerId="ADAL" clId="{5984DFBE-C1AA-4D0D-9461-E0318C4100D7}" dt="2025-10-30T10:15:40.252" v="1418" actId="2696"/>
          <pc:sldLayoutMkLst>
            <pc:docMk/>
            <pc:sldMasterMk cId="1963752773" sldId="2147483648"/>
            <pc:sldLayoutMk cId="2796637520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capçaler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ontenidor de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305CC-86BA-49EC-A804-84924CF0788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Contenidor d'imatge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ontenidor de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2D3BD-3D86-4304-B9BA-3232FC6BC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5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5B9F9-2D66-B5F0-05C9-1B60EFBB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5FEEB2-CDE7-33D9-B3A9-FB27E0946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5DCA3C-4F0E-F91F-C121-D514D36C4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39CCB1-08AD-2F36-4754-4DFCFE81B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4023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CC5E9-CCC7-3D20-5450-CC34F118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F2892A-CB41-FE0E-B0E2-BCCBA1B33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EE2441-4B27-D91E-24B0-A524F6D17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D28DA5-194B-EC4D-CAE3-7F4F0FF81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7AF00E9-A49D-4007-B3B9-A3783809E505}" type="slidenum">
              <a:rPr lang="es-ES" smtClean="0"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0774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D1F96463-9090-74E0-9804-C949224AC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17F7B589-53D5-1197-5252-A84AE3EF0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a-ES"/>
              <a:t>Feu clic aquí per editar l'estil de subtítols del patró</a:t>
            </a:r>
            <a:endParaRPr lang="en-U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7C12AEA3-ADCC-93D7-22DC-59D0D6FBC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A55F5AE4-E992-A0D4-3F8C-F582FA74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9EBDCEDD-0551-C819-E84F-3D4AE3AC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7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09C2E8C2-54E1-A149-EA4A-012CC1E9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1476EE7C-BE80-B0D5-E2CB-2AC481234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085284FF-2AED-5FC7-DE75-D402422A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40AD0FB5-2C39-FE34-2199-5C5FDF8A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0C111235-57EC-008C-456D-D22E5C3BD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07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3BDDF7B-E30E-930C-F14C-5BA5190D5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3BCFE2AB-6C84-2C1A-240F-45BC568A6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96776233-1C3F-E487-26F1-11A70AF55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3C56CDFA-3D6C-E17C-F4AC-5515390C1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E1056C21-FF4E-43BF-1D98-F784728B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6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3447757-4F2E-1AC7-CEA5-A77C00CE5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30E3AC29-A9DB-0564-48A3-BC208F8BD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0E69B5DD-54E2-0B07-B49D-0C234D1C8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B75AB311-DA66-F397-09A7-017AF389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09B6D30C-0D0C-2195-6F94-B80CE02D2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5CFFBF64-2441-10A0-EDEE-6E2AE2DF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6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A371C26B-C964-EEBD-5D97-8FB31B25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52A31942-1B5B-0D5C-B7CA-7AFEA7A31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AA964EBF-03BC-691D-59B7-A2FF4F47D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5" name="Contenidor de text 4">
            <a:extLst>
              <a:ext uri="{FF2B5EF4-FFF2-40B4-BE49-F238E27FC236}">
                <a16:creationId xmlns:a16="http://schemas.microsoft.com/office/drawing/2014/main" id="{5FCECB0B-B3F2-1479-2C7D-CBEC60328B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6" name="Contenidor de contingut 5">
            <a:extLst>
              <a:ext uri="{FF2B5EF4-FFF2-40B4-BE49-F238E27FC236}">
                <a16:creationId xmlns:a16="http://schemas.microsoft.com/office/drawing/2014/main" id="{B36E2967-3B8E-164D-E0B3-465DF3B49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7" name="Contenidor de data 6">
            <a:extLst>
              <a:ext uri="{FF2B5EF4-FFF2-40B4-BE49-F238E27FC236}">
                <a16:creationId xmlns:a16="http://schemas.microsoft.com/office/drawing/2014/main" id="{24FCCC25-910C-1050-EE3D-B2BFE4535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Contenidor de peu de pàgina 7">
            <a:extLst>
              <a:ext uri="{FF2B5EF4-FFF2-40B4-BE49-F238E27FC236}">
                <a16:creationId xmlns:a16="http://schemas.microsoft.com/office/drawing/2014/main" id="{99AB14CB-BAD7-2CC5-703B-638E82EFF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idor de número de diapositiva 8">
            <a:extLst>
              <a:ext uri="{FF2B5EF4-FFF2-40B4-BE49-F238E27FC236}">
                <a16:creationId xmlns:a16="http://schemas.microsoft.com/office/drawing/2014/main" id="{9E2F36BA-A8AD-7D38-BB99-AC58E341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0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D78005F2-0167-1546-3283-0F791A87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data 2">
            <a:extLst>
              <a:ext uri="{FF2B5EF4-FFF2-40B4-BE49-F238E27FC236}">
                <a16:creationId xmlns:a16="http://schemas.microsoft.com/office/drawing/2014/main" id="{923DFCCB-8591-5489-CDDF-531A00A9A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Contenidor de peu de pàgina 3">
            <a:extLst>
              <a:ext uri="{FF2B5EF4-FFF2-40B4-BE49-F238E27FC236}">
                <a16:creationId xmlns:a16="http://schemas.microsoft.com/office/drawing/2014/main" id="{CFCA439C-E861-7A03-08D3-CB579B34F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5961659E-8029-3C54-FC38-4171C4FA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05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data 1">
            <a:extLst>
              <a:ext uri="{FF2B5EF4-FFF2-40B4-BE49-F238E27FC236}">
                <a16:creationId xmlns:a16="http://schemas.microsoft.com/office/drawing/2014/main" id="{4AB5BAA5-9F54-354C-1875-7EE4E40BB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Contenidor de peu de pàgina 2">
            <a:extLst>
              <a:ext uri="{FF2B5EF4-FFF2-40B4-BE49-F238E27FC236}">
                <a16:creationId xmlns:a16="http://schemas.microsoft.com/office/drawing/2014/main" id="{0E0169AD-1110-FD30-594E-350AB9C2D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9CCBBA0D-668E-0885-3980-35144446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98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BC8F6AF3-733C-9AF7-D4E2-C14681962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58E7FF99-203E-6AD0-0C61-3FCAC3EB8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0BC9B06C-E097-9C01-825C-33E1564F8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553459BE-9696-3B07-31BF-B2B17EAE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8D9455B3-42E8-0469-2AA8-DCAD6255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AB85251D-F9E7-0AD1-99A7-5E07FF9F6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B9534573-773F-E9C0-8A05-59BD84F1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'imatge 2">
            <a:extLst>
              <a:ext uri="{FF2B5EF4-FFF2-40B4-BE49-F238E27FC236}">
                <a16:creationId xmlns:a16="http://schemas.microsoft.com/office/drawing/2014/main" id="{5EBE8EF1-CE59-AC59-82AD-C78CBB01C7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34F5119-A9E1-4251-BCE2-89B8C40CE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1A177DFB-6B34-BC8C-1B00-63A4C40E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048692B9-7E96-7342-E3EF-8EBDEB08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81A78A63-780E-079F-A639-F85FE2DC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8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643E389C-F5C2-941C-C423-DA1C1B8F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DD0DCB44-85AC-1C5E-B1B2-55F1956B3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F26B1113-9863-772D-DA24-CAC06A0F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81AE3080-F0B3-0C4C-209F-7E53C300A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8E3BD8D5-AFF8-43B3-6312-1211B7017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vertical 1">
            <a:extLst>
              <a:ext uri="{FF2B5EF4-FFF2-40B4-BE49-F238E27FC236}">
                <a16:creationId xmlns:a16="http://schemas.microsoft.com/office/drawing/2014/main" id="{EB85DCA4-24EA-92B3-9086-66B44BE99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ECBAB34A-06F5-EA27-A2BC-2359701CF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79352574-0B19-1399-D5FB-35B1151D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7E7CA8FE-118B-04C6-EE80-F710ECA4D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94C8AE80-4701-1EAB-D0FC-8E0228913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66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2" name="Marcador de conteni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>
              <a:defRPr lang="es-ES" sz="1200">
                <a:solidFill>
                  <a:schemeClr val="tx1"/>
                </a:solidFill>
              </a:defRPr>
            </a:lvl2pPr>
            <a:lvl3pPr>
              <a:defRPr lang="es-ES" sz="1200">
                <a:solidFill>
                  <a:schemeClr val="tx1"/>
                </a:solidFill>
              </a:defRPr>
            </a:lvl3pPr>
            <a:lvl4pPr>
              <a:defRPr lang="es-ES" sz="1200">
                <a:solidFill>
                  <a:schemeClr val="tx1"/>
                </a:solidFill>
              </a:defRPr>
            </a:lvl4pPr>
            <a:lvl5pPr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‹#›</a:t>
            </a:fld>
            <a:endParaRPr lang="es-ES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Forma libre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orma libre: Forma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orma libre: Forma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orma libre: Forma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782450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es-ES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BA1B0FB-D917-4C8C-928F-313BD683BF39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228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títol 1">
            <a:extLst>
              <a:ext uri="{FF2B5EF4-FFF2-40B4-BE49-F238E27FC236}">
                <a16:creationId xmlns:a16="http://schemas.microsoft.com/office/drawing/2014/main" id="{02EFF7E2-7331-D2B4-658D-E764ACC58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39D89584-B2E8-2600-1A01-BCCD53CC9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04B13210-3495-918D-ED55-0FDC4985F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D64B3-EEFC-4BC2-9478-80CA2A72A14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AE777D96-1009-19A6-4AEA-A3DF867DF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D6154514-0ED8-D67E-D6BE-8BF24E299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798E6-EE5D-4337-BF92-00CE93CAD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5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D5757870-F437-EAFA-4492-0F981061E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TEW-KB</a:t>
            </a:r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0D82986C-A278-6C7E-8CDA-6A3FFE10A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algn="l"/>
            <a:r>
              <a:rPr lang="en-US" sz="4400">
                <a:solidFill>
                  <a:srgbClr val="FFFFFF"/>
                </a:solidFill>
              </a:rPr>
              <a:t>TiddlyWiki - TypeDB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03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C9F58-84D0-94C8-6CD1-5DA38E2D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3604A0D9-CFC3-0936-1C20-8A70D2DBF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en-US" sz="5600">
                <a:solidFill>
                  <a:srgbClr val="FFFFFF"/>
                </a:solidFill>
              </a:rPr>
              <a:t>TiddlyWiki</a:t>
            </a:r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E9401872-3F5C-7A12-9A9B-B2886B235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36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37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ítol 20">
            <a:extLst>
              <a:ext uri="{FF2B5EF4-FFF2-40B4-BE49-F238E27FC236}">
                <a16:creationId xmlns:a16="http://schemas.microsoft.com/office/drawing/2014/main" id="{C9AFC2FC-4D3A-65C6-02E0-F3BE833E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01616"/>
            <a:ext cx="5910071" cy="1243719"/>
          </a:xfr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b="1" dirty="0" err="1"/>
              <a:t>TiddlyWiki</a:t>
            </a:r>
            <a:r>
              <a:rPr lang="en-US" dirty="0"/>
              <a:t> </a:t>
            </a:r>
            <a:r>
              <a:rPr lang="en-US" b="1" dirty="0"/>
              <a:t>Documents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ABDEAA-B248-4182-B67C-A925338E7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008" y="252743"/>
            <a:ext cx="4739619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Imatge 6">
            <a:extLst>
              <a:ext uri="{FF2B5EF4-FFF2-40B4-BE49-F238E27FC236}">
                <a16:creationId xmlns:a16="http://schemas.microsoft.com/office/drawing/2014/main" id="{C5542E41-B5DF-668B-6343-5B8DD6002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057" y="539762"/>
            <a:ext cx="3313521" cy="246857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49" y="3548095"/>
            <a:ext cx="4739619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DBA49685-374D-70E5-5B89-F156F474C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9375" y="1979900"/>
            <a:ext cx="4434721" cy="37104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TiddlyWiki</a:t>
            </a:r>
            <a:r>
              <a:rPr lang="en-US" dirty="0"/>
              <a:t> Tutorial</a:t>
            </a:r>
          </a:p>
          <a:p>
            <a:pPr marL="0"/>
            <a:endParaRPr lang="en-US" sz="2000" dirty="0"/>
          </a:p>
          <a:p>
            <a:pPr marL="0"/>
            <a:endParaRPr lang="en-US" sz="2000" dirty="0"/>
          </a:p>
          <a:p>
            <a:pPr marL="0"/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Folders 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/>
            <a:endParaRPr lang="en-US" sz="2000" dirty="0"/>
          </a:p>
        </p:txBody>
      </p:sp>
      <p:pic>
        <p:nvPicPr>
          <p:cNvPr id="9" name="Imatge 8">
            <a:extLst>
              <a:ext uri="{FF2B5EF4-FFF2-40B4-BE49-F238E27FC236}">
                <a16:creationId xmlns:a16="http://schemas.microsoft.com/office/drawing/2014/main" id="{A6B1E9F2-ADEE-A65E-3458-48E744A59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14" y="3835114"/>
            <a:ext cx="4114289" cy="2468573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322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247E5-C96D-8314-D0F8-9FEBA46C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A4BD6EE-7B51-447C-AAB3-028B7A3E5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0360A064-38B8-AB18-709C-60CD72BA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5032744" cy="33656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/>
              <a:t>TEW-KG Projects</a:t>
            </a: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5D39E62F-384F-8BE0-7B95-8360F9874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" y="4264579"/>
            <a:ext cx="5287822" cy="184528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1. </a:t>
            </a:r>
            <a:r>
              <a:rPr lang="en-US" dirty="0" err="1"/>
              <a:t>Pilot_Cases</a:t>
            </a:r>
            <a:r>
              <a:rPr lang="en-US" dirty="0"/>
              <a:t>: projects in .html files </a:t>
            </a:r>
          </a:p>
        </p:txBody>
      </p:sp>
      <p:pic>
        <p:nvPicPr>
          <p:cNvPr id="15" name="Contenidor de contingut 14">
            <a:extLst>
              <a:ext uri="{FF2B5EF4-FFF2-40B4-BE49-F238E27FC236}">
                <a16:creationId xmlns:a16="http://schemas.microsoft.com/office/drawing/2014/main" id="{0FFF85C0-16FA-658F-26EB-5D8E824AB2B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26480" y="728308"/>
            <a:ext cx="5593768" cy="2922743"/>
          </a:xfrm>
          <a:prstGeom prst="rect">
            <a:avLst/>
          </a:prstGeom>
        </p:spPr>
      </p:pic>
      <p:sp>
        <p:nvSpPr>
          <p:cNvPr id="37" name="sketch line">
            <a:extLst>
              <a:ext uri="{FF2B5EF4-FFF2-40B4-BE49-F238E27FC236}">
                <a16:creationId xmlns:a16="http://schemas.microsoft.com/office/drawing/2014/main" id="{6B5FF7CD-712E-4187-BFF5-B192FFB33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tge 8">
            <a:extLst>
              <a:ext uri="{FF2B5EF4-FFF2-40B4-BE49-F238E27FC236}">
                <a16:creationId xmlns:a16="http://schemas.microsoft.com/office/drawing/2014/main" id="{DD56CC8B-AE36-2751-BC14-156D349A95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690" r="25452" b="21205"/>
          <a:stretch>
            <a:fillRect/>
          </a:stretch>
        </p:blipFill>
        <p:spPr>
          <a:xfrm>
            <a:off x="612649" y="4302889"/>
            <a:ext cx="4190358" cy="779249"/>
          </a:xfrm>
          <a:prstGeom prst="rect">
            <a:avLst/>
          </a:prstGeom>
        </p:spPr>
      </p:pic>
      <p:pic>
        <p:nvPicPr>
          <p:cNvPr id="10" name="Imatge 9">
            <a:extLst>
              <a:ext uri="{FF2B5EF4-FFF2-40B4-BE49-F238E27FC236}">
                <a16:creationId xmlns:a16="http://schemas.microsoft.com/office/drawing/2014/main" id="{AFC753AD-57F8-E1BF-3588-14B843CFE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023377"/>
            <a:ext cx="3353268" cy="2181529"/>
          </a:xfrm>
          <a:prstGeom prst="rect">
            <a:avLst/>
          </a:prstGeom>
        </p:spPr>
      </p:pic>
      <p:sp>
        <p:nvSpPr>
          <p:cNvPr id="12" name="QuadreDeText 11">
            <a:extLst>
              <a:ext uri="{FF2B5EF4-FFF2-40B4-BE49-F238E27FC236}">
                <a16:creationId xmlns:a16="http://schemas.microsoft.com/office/drawing/2014/main" id="{3B0266CA-55A1-D928-031D-08A4D334BC90}"/>
              </a:ext>
            </a:extLst>
          </p:cNvPr>
          <p:cNvSpPr txBox="1"/>
          <p:nvPr/>
        </p:nvSpPr>
        <p:spPr>
          <a:xfrm>
            <a:off x="8979408" y="5132429"/>
            <a:ext cx="2740840" cy="1477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Before using TEW-KG on the Web Server, ensure the Pilot Case responsible has saved and closed the tool.</a:t>
            </a:r>
          </a:p>
        </p:txBody>
      </p:sp>
      <p:cxnSp>
        <p:nvCxnSpPr>
          <p:cNvPr id="13" name="Connector de fletxa recta 12">
            <a:extLst>
              <a:ext uri="{FF2B5EF4-FFF2-40B4-BE49-F238E27FC236}">
                <a16:creationId xmlns:a16="http://schemas.microsoft.com/office/drawing/2014/main" id="{D3AA75B7-3AA0-2272-1449-29DAD52C4847}"/>
              </a:ext>
            </a:extLst>
          </p:cNvPr>
          <p:cNvCxnSpPr>
            <a:cxnSpLocks/>
          </p:cNvCxnSpPr>
          <p:nvPr/>
        </p:nvCxnSpPr>
        <p:spPr>
          <a:xfrm flipH="1">
            <a:off x="8467344" y="5925312"/>
            <a:ext cx="51206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47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BAAD9-8C85-10BD-8AAA-05D1491A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B7F0E1B-7129-CCE3-3F0E-189C357CC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B875587F-66AC-E34C-D4C6-E7159B2AB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5032744" cy="33656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 err="1"/>
              <a:t>TiddlyWiki</a:t>
            </a:r>
            <a:r>
              <a:rPr lang="en-US" sz="6600" dirty="0"/>
              <a:t> Scripts</a:t>
            </a: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91FA3A22-D22D-7613-3420-443C737B5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" y="4264579"/>
            <a:ext cx="5287822" cy="184528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2. Script: New Element in the Menu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22A32478-1AB3-D2E0-6CAA-A67ECDE4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tge 2">
            <a:extLst>
              <a:ext uri="{FF2B5EF4-FFF2-40B4-BE49-F238E27FC236}">
                <a16:creationId xmlns:a16="http://schemas.microsoft.com/office/drawing/2014/main" id="{CB0CB859-98C8-3B32-5797-E71ECB4856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088" r="29521" b="40828"/>
          <a:stretch>
            <a:fillRect/>
          </a:stretch>
        </p:blipFill>
        <p:spPr>
          <a:xfrm>
            <a:off x="767530" y="4264579"/>
            <a:ext cx="2899696" cy="545173"/>
          </a:xfrm>
          <a:prstGeom prst="rect">
            <a:avLst/>
          </a:prstGeom>
        </p:spPr>
      </p:pic>
      <p:sp>
        <p:nvSpPr>
          <p:cNvPr id="6" name="Contenidor de contingut 5">
            <a:extLst>
              <a:ext uri="{FF2B5EF4-FFF2-40B4-BE49-F238E27FC236}">
                <a16:creationId xmlns:a16="http://schemas.microsoft.com/office/drawing/2014/main" id="{CF12AAC9-64F9-A9C5-470C-4061EACCCB1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Imatge 7">
            <a:extLst>
              <a:ext uri="{FF2B5EF4-FFF2-40B4-BE49-F238E27FC236}">
                <a16:creationId xmlns:a16="http://schemas.microsoft.com/office/drawing/2014/main" id="{9126BAA0-9533-6916-E920-F8FF2C208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1732295"/>
            <a:ext cx="5830114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02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B5C57-C35E-F78D-7F8D-DE870006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25B9CEE-F204-A609-A8BA-A4661C0CB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7A2ECA1E-3725-5BAE-38A6-43DD5EE69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5032744" cy="33656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 err="1"/>
              <a:t>TiddlyWiki</a:t>
            </a:r>
            <a:r>
              <a:rPr lang="en-US" sz="6600" dirty="0"/>
              <a:t> Scripts</a:t>
            </a: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2E7A0EBD-CB24-5867-73B5-F2745D5E2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" y="4264579"/>
            <a:ext cx="5287822" cy="184528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3. Scripts: Create and View the attributes / decisional Process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AC5643CC-2DA9-7C68-C6CC-4E7E3263F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idor de contingut 5">
            <a:extLst>
              <a:ext uri="{FF2B5EF4-FFF2-40B4-BE49-F238E27FC236}">
                <a16:creationId xmlns:a16="http://schemas.microsoft.com/office/drawing/2014/main" id="{5CDE43F2-172B-46E6-8EBE-C1E063A3084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tge 3">
            <a:extLst>
              <a:ext uri="{FF2B5EF4-FFF2-40B4-BE49-F238E27FC236}">
                <a16:creationId xmlns:a16="http://schemas.microsoft.com/office/drawing/2014/main" id="{FBF978C7-6153-4DC6-FD4E-4C739DAA2C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73" r="27637" b="60402"/>
          <a:stretch>
            <a:fillRect/>
          </a:stretch>
        </p:blipFill>
        <p:spPr>
          <a:xfrm>
            <a:off x="612648" y="4229433"/>
            <a:ext cx="2977238" cy="452387"/>
          </a:xfrm>
          <a:prstGeom prst="rect">
            <a:avLst/>
          </a:prstGeom>
        </p:spPr>
      </p:pic>
      <p:pic>
        <p:nvPicPr>
          <p:cNvPr id="5" name="Imatge 4">
            <a:extLst>
              <a:ext uri="{FF2B5EF4-FFF2-40B4-BE49-F238E27FC236}">
                <a16:creationId xmlns:a16="http://schemas.microsoft.com/office/drawing/2014/main" id="{8AAD4EC2-DCF5-51AA-6C8E-866AE46634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674" r="30686" b="-436"/>
          <a:stretch>
            <a:fillRect/>
          </a:stretch>
        </p:blipFill>
        <p:spPr>
          <a:xfrm>
            <a:off x="612648" y="4592730"/>
            <a:ext cx="2851772" cy="463159"/>
          </a:xfrm>
          <a:prstGeom prst="rect">
            <a:avLst/>
          </a:prstGeom>
        </p:spPr>
      </p:pic>
      <p:pic>
        <p:nvPicPr>
          <p:cNvPr id="9" name="Imatge 8">
            <a:extLst>
              <a:ext uri="{FF2B5EF4-FFF2-40B4-BE49-F238E27FC236}">
                <a16:creationId xmlns:a16="http://schemas.microsoft.com/office/drawing/2014/main" id="{8B085974-4248-494F-2B53-A03A92A8F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283" y="12032"/>
            <a:ext cx="4753387" cy="6858000"/>
          </a:xfrm>
          <a:prstGeom prst="rect">
            <a:avLst/>
          </a:prstGeom>
        </p:spPr>
      </p:pic>
      <p:pic>
        <p:nvPicPr>
          <p:cNvPr id="10" name="Imatge 9">
            <a:extLst>
              <a:ext uri="{FF2B5EF4-FFF2-40B4-BE49-F238E27FC236}">
                <a16:creationId xmlns:a16="http://schemas.microsoft.com/office/drawing/2014/main" id="{4708F104-E242-8BC3-84E5-AC3004F238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314" b="81675"/>
          <a:stretch>
            <a:fillRect/>
          </a:stretch>
        </p:blipFill>
        <p:spPr>
          <a:xfrm>
            <a:off x="612648" y="4950236"/>
            <a:ext cx="3689972" cy="45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829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CFADA-0C43-A47C-D444-1091F905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B5E8C2C8-376B-2B57-CC9C-EFA251486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en-US" sz="5600">
                <a:solidFill>
                  <a:srgbClr val="FFFFFF"/>
                </a:solidFill>
              </a:rPr>
              <a:t>TypeDB</a:t>
            </a:r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4A00CF8C-BC34-EEEB-2A92-031490F2E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36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59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7880E-CDC0-08E6-09B6-9FB8FA3D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219C3B9-1E50-D5BF-875E-DED06BC15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ítol 20">
            <a:extLst>
              <a:ext uri="{FF2B5EF4-FFF2-40B4-BE49-F238E27FC236}">
                <a16:creationId xmlns:a16="http://schemas.microsoft.com/office/drawing/2014/main" id="{4B3350E4-0F31-7E03-D725-A9FB32BC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195" y="301617"/>
            <a:ext cx="5662236" cy="817010"/>
          </a:xfr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 err="1"/>
              <a:t>TypeDB</a:t>
            </a:r>
            <a:r>
              <a:rPr lang="en-US" b="1" dirty="0"/>
              <a:t> Documents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CC702F-2047-7907-C0A0-7A7C2657B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008" y="252743"/>
            <a:ext cx="4739619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96F20D-AF60-8511-E963-DF536CDC0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49" y="3548095"/>
            <a:ext cx="4739619" cy="304261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5AE0D680-0D62-404B-1ACD-A7B298FE3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9375" y="1692882"/>
            <a:ext cx="4739617" cy="34722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err="1"/>
              <a:t>TypeDB</a:t>
            </a:r>
            <a:r>
              <a:rPr lang="en-US" dirty="0"/>
              <a:t> Tutorial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/>
                </a:solidFill>
              </a:rPr>
              <a:t>Starting </a:t>
            </a:r>
            <a:r>
              <a:rPr lang="en-US" dirty="0" err="1">
                <a:solidFill>
                  <a:schemeClr val="accent2"/>
                </a:solidFill>
              </a:rPr>
              <a:t>TypeDB</a:t>
            </a:r>
            <a:r>
              <a:rPr lang="en-US" dirty="0">
                <a:solidFill>
                  <a:schemeClr val="accent2"/>
                </a:solidFill>
              </a:rPr>
              <a:t> Cloud &amp; </a:t>
            </a:r>
            <a:r>
              <a:rPr lang="en-US" dirty="0" err="1">
                <a:solidFill>
                  <a:schemeClr val="accent2"/>
                </a:solidFill>
              </a:rPr>
              <a:t>TypeDB</a:t>
            </a:r>
            <a:r>
              <a:rPr lang="en-US" dirty="0">
                <a:solidFill>
                  <a:schemeClr val="accent2"/>
                </a:solidFill>
              </a:rPr>
              <a:t> Studio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accent2"/>
                </a:solidFill>
              </a:rPr>
              <a:t>TypeDB</a:t>
            </a:r>
            <a:r>
              <a:rPr lang="en-US" dirty="0">
                <a:solidFill>
                  <a:schemeClr val="accent2"/>
                </a:solidFill>
              </a:rPr>
              <a:t> Console Installation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accent2"/>
                </a:solidFill>
              </a:rPr>
              <a:t>TypeDB</a:t>
            </a:r>
            <a:r>
              <a:rPr lang="en-US" dirty="0">
                <a:solidFill>
                  <a:schemeClr val="accent2"/>
                </a:solidFill>
              </a:rPr>
              <a:t> Model Creation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Defining </a:t>
            </a:r>
            <a:r>
              <a:rPr lang="en-US" dirty="0" err="1"/>
              <a:t>TypeDB</a:t>
            </a:r>
            <a:r>
              <a:rPr lang="en-US" dirty="0"/>
              <a:t> SCHEMA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Querying the SCHEMA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Inserting Instances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Querying entities, relations and attributes.</a:t>
            </a:r>
            <a:endParaRPr lang="en-US" sz="2000" dirty="0"/>
          </a:p>
          <a:p>
            <a:pPr marL="0"/>
            <a:endParaRPr lang="en-US" sz="2000" dirty="0"/>
          </a:p>
          <a:p>
            <a:pPr marL="0"/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/>
            <a:endParaRPr lang="en-US" sz="20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8B44A69-B934-F6B6-7DC5-1DCB02941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tge 3">
            <a:extLst>
              <a:ext uri="{FF2B5EF4-FFF2-40B4-BE49-F238E27FC236}">
                <a16:creationId xmlns:a16="http://schemas.microsoft.com/office/drawing/2014/main" id="{AE4FC725-08AF-457D-56FB-E8E0ED22F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779" y="478800"/>
            <a:ext cx="4063987" cy="2590495"/>
          </a:xfrm>
          <a:prstGeom prst="rect">
            <a:avLst/>
          </a:prstGeom>
        </p:spPr>
      </p:pic>
      <p:sp>
        <p:nvSpPr>
          <p:cNvPr id="5" name="QuadreDeText 4">
            <a:extLst>
              <a:ext uri="{FF2B5EF4-FFF2-40B4-BE49-F238E27FC236}">
                <a16:creationId xmlns:a16="http://schemas.microsoft.com/office/drawing/2014/main" id="{9260E6A4-A2D2-3A56-7A98-EB6F1197DF4A}"/>
              </a:ext>
            </a:extLst>
          </p:cNvPr>
          <p:cNvSpPr txBox="1"/>
          <p:nvPr/>
        </p:nvSpPr>
        <p:spPr>
          <a:xfrm>
            <a:off x="6329375" y="5339265"/>
            <a:ext cx="247802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 Folders </a:t>
            </a:r>
          </a:p>
          <a:p>
            <a:endParaRPr lang="en-US" dirty="0"/>
          </a:p>
        </p:txBody>
      </p:sp>
      <p:pic>
        <p:nvPicPr>
          <p:cNvPr id="11" name="Imatge 10">
            <a:extLst>
              <a:ext uri="{FF2B5EF4-FFF2-40B4-BE49-F238E27FC236}">
                <a16:creationId xmlns:a16="http://schemas.microsoft.com/office/drawing/2014/main" id="{F2CAA632-6C03-90F6-9BE7-B6D93DA592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609" b="44520"/>
          <a:stretch>
            <a:fillRect/>
          </a:stretch>
        </p:blipFill>
        <p:spPr>
          <a:xfrm>
            <a:off x="725151" y="4446590"/>
            <a:ext cx="1578821" cy="853083"/>
          </a:xfrm>
          <a:prstGeom prst="rect">
            <a:avLst/>
          </a:prstGeom>
        </p:spPr>
      </p:pic>
      <p:pic>
        <p:nvPicPr>
          <p:cNvPr id="13" name="Imatge 12">
            <a:extLst>
              <a:ext uri="{FF2B5EF4-FFF2-40B4-BE49-F238E27FC236}">
                <a16:creationId xmlns:a16="http://schemas.microsoft.com/office/drawing/2014/main" id="{810C179B-D8FA-D4E8-5BC6-62A55270A9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823" t="9834" r="5346" b="8652"/>
          <a:stretch>
            <a:fillRect/>
          </a:stretch>
        </p:blipFill>
        <p:spPr>
          <a:xfrm>
            <a:off x="2603674" y="3807528"/>
            <a:ext cx="2261596" cy="2523744"/>
          </a:xfrm>
          <a:prstGeom prst="rect">
            <a:avLst/>
          </a:prstGeom>
        </p:spPr>
      </p:pic>
      <p:sp>
        <p:nvSpPr>
          <p:cNvPr id="16" name="Clau d'obertura 15">
            <a:extLst>
              <a:ext uri="{FF2B5EF4-FFF2-40B4-BE49-F238E27FC236}">
                <a16:creationId xmlns:a16="http://schemas.microsoft.com/office/drawing/2014/main" id="{676AA91A-E6D7-BAB9-31A7-30502F6F2426}"/>
              </a:ext>
            </a:extLst>
          </p:cNvPr>
          <p:cNvSpPr/>
          <p:nvPr/>
        </p:nvSpPr>
        <p:spPr>
          <a:xfrm>
            <a:off x="2364280" y="4581144"/>
            <a:ext cx="808688" cy="583976"/>
          </a:xfrm>
          <a:prstGeom prst="leftBrace">
            <a:avLst>
              <a:gd name="adj1" fmla="val 8333"/>
              <a:gd name="adj2" fmla="val 40605"/>
            </a:avLst>
          </a:prstGeom>
          <a:ln w="2857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 de fletxa recta 16">
            <a:extLst>
              <a:ext uri="{FF2B5EF4-FFF2-40B4-BE49-F238E27FC236}">
                <a16:creationId xmlns:a16="http://schemas.microsoft.com/office/drawing/2014/main" id="{96FDDDBD-36A0-525D-0F87-90486F7D1AEF}"/>
              </a:ext>
            </a:extLst>
          </p:cNvPr>
          <p:cNvCxnSpPr>
            <a:cxnSpLocks/>
          </p:cNvCxnSpPr>
          <p:nvPr/>
        </p:nvCxnSpPr>
        <p:spPr>
          <a:xfrm>
            <a:off x="1751933" y="5165120"/>
            <a:ext cx="1357027" cy="17414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" name="Imatge 5">
            <a:extLst>
              <a:ext uri="{FF2B5EF4-FFF2-40B4-BE49-F238E27FC236}">
                <a16:creationId xmlns:a16="http://schemas.microsoft.com/office/drawing/2014/main" id="{25ACCF42-C8E4-AE16-B73E-0774DA3A9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95" y="5654916"/>
            <a:ext cx="2181529" cy="7811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3919A0-EE86-E14A-E250-E21859B30DE3}"/>
              </a:ext>
            </a:extLst>
          </p:cNvPr>
          <p:cNvSpPr/>
          <p:nvPr/>
        </p:nvSpPr>
        <p:spPr>
          <a:xfrm>
            <a:off x="653590" y="6004730"/>
            <a:ext cx="1710690" cy="26950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4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9C3EC-5547-D1C0-441F-18FA6111E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8E11B64-6194-49D7-8B44-5564CEBF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87AFBF38-DCFC-B9BF-B833-93DCDCF4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5032744" cy="33656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/>
              <a:t>¿</a:t>
            </a:r>
            <a:r>
              <a:rPr lang="en-US" sz="6600" dirty="0" err="1"/>
              <a:t>Cómo</a:t>
            </a:r>
            <a:r>
              <a:rPr lang="en-US" sz="6600" dirty="0"/>
              <a:t> acceder a </a:t>
            </a:r>
            <a:r>
              <a:rPr lang="en-US" sz="6600" dirty="0" err="1"/>
              <a:t>TypeDB</a:t>
            </a:r>
            <a:r>
              <a:rPr lang="en-US" sz="6600" dirty="0"/>
              <a:t>?</a:t>
            </a: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780EA000-4214-643E-62B3-2FD8E4F78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" y="4264579"/>
            <a:ext cx="5287822" cy="184528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3200" dirty="0" err="1">
                <a:solidFill>
                  <a:schemeClr val="accent2"/>
                </a:solidFill>
              </a:rPr>
              <a:t>TypeDB</a:t>
            </a:r>
            <a:r>
              <a:rPr lang="es-ES" sz="3200" dirty="0">
                <a:solidFill>
                  <a:schemeClr val="accent2"/>
                </a:solidFill>
              </a:rPr>
              <a:t> Studio &amp; Cloud</a:t>
            </a:r>
            <a:endParaRPr lang="en-US" sz="3200" dirty="0"/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56539364-B8FE-C3AC-0CA3-5DA3D654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idor de contingut 5">
            <a:extLst>
              <a:ext uri="{FF2B5EF4-FFF2-40B4-BE49-F238E27FC236}">
                <a16:creationId xmlns:a16="http://schemas.microsoft.com/office/drawing/2014/main" id="{28B6D393-4EEE-0336-BBC6-EF87A86D0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96164" y="2716688"/>
            <a:ext cx="5183188" cy="3684588"/>
          </a:xfrm>
        </p:spPr>
        <p:txBody>
          <a:bodyPr>
            <a:normAutofit lnSpcReduction="10000"/>
          </a:bodyPr>
          <a:lstStyle/>
          <a:p>
            <a:r>
              <a:rPr lang="es-ES" dirty="0" err="1"/>
              <a:t>To</a:t>
            </a:r>
            <a:r>
              <a:rPr lang="es-ES" dirty="0"/>
              <a:t> </a:t>
            </a:r>
            <a:r>
              <a:rPr lang="en-US" dirty="0"/>
              <a:t>access the </a:t>
            </a:r>
            <a:r>
              <a:rPr lang="en-US" b="1" dirty="0" err="1">
                <a:solidFill>
                  <a:schemeClr val="accent2"/>
                </a:solidFill>
              </a:rPr>
              <a:t>TypeDB</a:t>
            </a:r>
            <a:r>
              <a:rPr lang="en-US" b="1" dirty="0">
                <a:solidFill>
                  <a:schemeClr val="accent2"/>
                </a:solidFill>
              </a:rPr>
              <a:t> Studio </a:t>
            </a:r>
            <a:r>
              <a:rPr lang="en-US" dirty="0"/>
              <a:t>interface, you need to connect to </a:t>
            </a:r>
            <a:r>
              <a:rPr lang="en-US" b="1" dirty="0" err="1">
                <a:solidFill>
                  <a:schemeClr val="accent2"/>
                </a:solidFill>
              </a:rPr>
              <a:t>TypeDB</a:t>
            </a:r>
            <a:r>
              <a:rPr lang="en-US" b="1" dirty="0">
                <a:solidFill>
                  <a:schemeClr val="accent2"/>
                </a:solidFill>
              </a:rPr>
              <a:t> Cloud </a:t>
            </a:r>
            <a:r>
              <a:rPr lang="en-US" dirty="0"/>
              <a:t>and create a server </a:t>
            </a:r>
            <a:r>
              <a:rPr lang="en-US" b="1" dirty="0"/>
              <a:t>(“cluster”):</a:t>
            </a:r>
            <a:endParaRPr lang="es-ES" b="1" dirty="0"/>
          </a:p>
          <a:p>
            <a:pPr marL="457200" lvl="1" indent="0">
              <a:buNone/>
            </a:pPr>
            <a:r>
              <a:rPr lang="en-US" sz="2000" dirty="0"/>
              <a:t>Instructions for connecting are provided in the document:</a:t>
            </a:r>
            <a:r>
              <a:rPr lang="es-ES" sz="2000" dirty="0"/>
              <a:t> </a:t>
            </a:r>
            <a:r>
              <a:rPr lang="es-ES" sz="2000" i="1" dirty="0"/>
              <a:t>TypeDB_Tutorial.doc</a:t>
            </a:r>
          </a:p>
          <a:p>
            <a:r>
              <a:rPr lang="en-US" noProof="0" dirty="0"/>
              <a:t>You can use the “cluster” I have already set up for practice, </a:t>
            </a:r>
            <a:r>
              <a:rPr lang="en-US" b="1" noProof="0" dirty="0"/>
              <a:t>logging in as another member</a:t>
            </a:r>
            <a:r>
              <a:rPr lang="en-US" noProof="0" dirty="0"/>
              <a:t>.</a:t>
            </a:r>
          </a:p>
          <a:p>
            <a:endParaRPr lang="en-US" dirty="0"/>
          </a:p>
        </p:txBody>
      </p:sp>
      <p:pic>
        <p:nvPicPr>
          <p:cNvPr id="7" name="Imatge 6">
            <a:extLst>
              <a:ext uri="{FF2B5EF4-FFF2-40B4-BE49-F238E27FC236}">
                <a16:creationId xmlns:a16="http://schemas.microsoft.com/office/drawing/2014/main" id="{BCE17637-2CA6-180B-465F-7EB10DF98E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572" b="36095"/>
          <a:stretch/>
        </p:blipFill>
        <p:spPr>
          <a:xfrm>
            <a:off x="4553085" y="178856"/>
            <a:ext cx="7555656" cy="212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09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1558-CB85-C2FA-2A30-04C497F1C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AF074-221D-A45A-FDB1-179A23D79C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92100"/>
            <a:ext cx="7909560" cy="6048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>
            <a:defPPr>
              <a:defRPr lang="es-ES"/>
            </a:defPPr>
          </a:lstStyle>
          <a:p>
            <a:pPr rtl="0"/>
            <a:r>
              <a:rPr lang="es-ES" dirty="0" err="1">
                <a:solidFill>
                  <a:schemeClr val="accent2"/>
                </a:solidFill>
              </a:rPr>
              <a:t>Information</a:t>
            </a:r>
            <a:r>
              <a:rPr lang="es-ES" dirty="0">
                <a:solidFill>
                  <a:schemeClr val="accent2"/>
                </a:solidFill>
              </a:rPr>
              <a:t> &amp; </a:t>
            </a:r>
            <a:r>
              <a:rPr lang="es-ES" dirty="0" err="1">
                <a:solidFill>
                  <a:schemeClr val="accent2"/>
                </a:solidFill>
              </a:rPr>
              <a:t>Formation</a:t>
            </a:r>
            <a:r>
              <a:rPr lang="es-ES" dirty="0">
                <a:solidFill>
                  <a:schemeClr val="accent2"/>
                </a:solidFill>
              </a:rPr>
              <a:t> </a:t>
            </a:r>
            <a:r>
              <a:rPr lang="es-ES" dirty="0" err="1">
                <a:solidFill>
                  <a:schemeClr val="accent2"/>
                </a:solidFill>
              </a:rPr>
              <a:t>Sources</a:t>
            </a:r>
            <a:endParaRPr lang="es-ES" dirty="0">
              <a:solidFill>
                <a:schemeClr val="accent2"/>
              </a:solidFill>
            </a:endParaRPr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769FE602-D171-97FF-1E18-DDF14F494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87" y="1271680"/>
            <a:ext cx="4096322" cy="3200847"/>
          </a:xfrm>
          <a:prstGeom prst="rect">
            <a:avLst/>
          </a:prstGeom>
        </p:spPr>
      </p:pic>
      <p:pic>
        <p:nvPicPr>
          <p:cNvPr id="7" name="Imatge 6">
            <a:extLst>
              <a:ext uri="{FF2B5EF4-FFF2-40B4-BE49-F238E27FC236}">
                <a16:creationId xmlns:a16="http://schemas.microsoft.com/office/drawing/2014/main" id="{916F7A52-1432-A8E8-6032-F7CC7FB7B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968" y="2200634"/>
            <a:ext cx="5628132" cy="2737793"/>
          </a:xfrm>
          <a:prstGeom prst="rect">
            <a:avLst/>
          </a:prstGeom>
        </p:spPr>
      </p:pic>
      <p:pic>
        <p:nvPicPr>
          <p:cNvPr id="11" name="Imatge 10">
            <a:extLst>
              <a:ext uri="{FF2B5EF4-FFF2-40B4-BE49-F238E27FC236}">
                <a16:creationId xmlns:a16="http://schemas.microsoft.com/office/drawing/2014/main" id="{A8B246FD-8744-9206-FFF5-CDD60B853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244" y="1184912"/>
            <a:ext cx="6216368" cy="3072763"/>
          </a:xfrm>
          <a:prstGeom prst="rect">
            <a:avLst/>
          </a:prstGeom>
        </p:spPr>
      </p:pic>
      <p:pic>
        <p:nvPicPr>
          <p:cNvPr id="13" name="Imatge 12">
            <a:extLst>
              <a:ext uri="{FF2B5EF4-FFF2-40B4-BE49-F238E27FC236}">
                <a16:creationId xmlns:a16="http://schemas.microsoft.com/office/drawing/2014/main" id="{A18A6D29-BC8E-88A1-98F9-1988FCECE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8320" y="1545193"/>
            <a:ext cx="6076247" cy="3923547"/>
          </a:xfrm>
          <a:prstGeom prst="rect">
            <a:avLst/>
          </a:prstGeom>
        </p:spPr>
      </p:pic>
      <p:sp>
        <p:nvSpPr>
          <p:cNvPr id="14" name="QuadreDeText 13">
            <a:extLst>
              <a:ext uri="{FF2B5EF4-FFF2-40B4-BE49-F238E27FC236}">
                <a16:creationId xmlns:a16="http://schemas.microsoft.com/office/drawing/2014/main" id="{52E1C71A-8D42-596B-582E-962C8E51A574}"/>
              </a:ext>
            </a:extLst>
          </p:cNvPr>
          <p:cNvSpPr txBox="1"/>
          <p:nvPr/>
        </p:nvSpPr>
        <p:spPr>
          <a:xfrm>
            <a:off x="709619" y="5442068"/>
            <a:ext cx="5685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Video tutorials and some documentation </a:t>
            </a:r>
            <a:r>
              <a:rPr lang="en-US" b="1" dirty="0"/>
              <a:t>are outdated</a:t>
            </a:r>
            <a:r>
              <a:rPr lang="en-US" dirty="0"/>
              <a:t>.</a:t>
            </a:r>
          </a:p>
        </p:txBody>
      </p:sp>
      <p:sp>
        <p:nvSpPr>
          <p:cNvPr id="18" name="QuadreDeText 17">
            <a:extLst>
              <a:ext uri="{FF2B5EF4-FFF2-40B4-BE49-F238E27FC236}">
                <a16:creationId xmlns:a16="http://schemas.microsoft.com/office/drawing/2014/main" id="{1BDC5E01-9D88-2EB9-B4CE-EEBDDCFC3709}"/>
              </a:ext>
            </a:extLst>
          </p:cNvPr>
          <p:cNvSpPr txBox="1"/>
          <p:nvPr/>
        </p:nvSpPr>
        <p:spPr>
          <a:xfrm>
            <a:off x="697167" y="5872791"/>
            <a:ext cx="4912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Very active Discord channel with fast responses</a:t>
            </a:r>
          </a:p>
        </p:txBody>
      </p:sp>
      <p:sp>
        <p:nvSpPr>
          <p:cNvPr id="19" name="Fletxa: corbada cap amunt 18">
            <a:extLst>
              <a:ext uri="{FF2B5EF4-FFF2-40B4-BE49-F238E27FC236}">
                <a16:creationId xmlns:a16="http://schemas.microsoft.com/office/drawing/2014/main" id="{87B810F5-8181-9574-E3F9-27954BDB7E77}"/>
              </a:ext>
            </a:extLst>
          </p:cNvPr>
          <p:cNvSpPr/>
          <p:nvPr/>
        </p:nvSpPr>
        <p:spPr>
          <a:xfrm>
            <a:off x="239487" y="5936799"/>
            <a:ext cx="326457" cy="29230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letxa: corbada cap avall 19">
            <a:extLst>
              <a:ext uri="{FF2B5EF4-FFF2-40B4-BE49-F238E27FC236}">
                <a16:creationId xmlns:a16="http://schemas.microsoft.com/office/drawing/2014/main" id="{3E499167-6257-486A-25F7-0DABBCF56197}"/>
              </a:ext>
            </a:extLst>
          </p:cNvPr>
          <p:cNvSpPr/>
          <p:nvPr/>
        </p:nvSpPr>
        <p:spPr>
          <a:xfrm>
            <a:off x="239487" y="5471692"/>
            <a:ext cx="341156" cy="264557"/>
          </a:xfrm>
          <a:prstGeom prst="curved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62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62B1E-908F-D0AC-C09E-8C6613390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485A7A9-986F-A90B-E5A6-94D9BA44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3930C930-E6B2-5D65-0CEB-0EDC685E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5032744" cy="33656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 err="1"/>
              <a:t>TypeDB</a:t>
            </a:r>
            <a:r>
              <a:rPr lang="en-US" sz="6600" dirty="0"/>
              <a:t> Tutorial </a:t>
            </a: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8A460921-D823-6C5E-B163-200945D52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" y="4264579"/>
            <a:ext cx="3675888" cy="184528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3200" dirty="0">
                <a:solidFill>
                  <a:schemeClr val="accent2"/>
                </a:solidFill>
              </a:rPr>
              <a:t>Interface </a:t>
            </a:r>
            <a:r>
              <a:rPr lang="es-ES" sz="3200" dirty="0" err="1">
                <a:solidFill>
                  <a:schemeClr val="accent2"/>
                </a:solidFill>
              </a:rPr>
              <a:t>Updated</a:t>
            </a:r>
            <a:r>
              <a:rPr lang="es-ES" sz="3200" dirty="0">
                <a:solidFill>
                  <a:schemeClr val="accent2"/>
                </a:solidFill>
              </a:rPr>
              <a:t>: SCHEMA </a:t>
            </a:r>
            <a:endParaRPr lang="en-US" sz="3200" dirty="0"/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45189A5A-FBA2-5BD1-AA25-04F6F28B1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tge 3">
            <a:extLst>
              <a:ext uri="{FF2B5EF4-FFF2-40B4-BE49-F238E27FC236}">
                <a16:creationId xmlns:a16="http://schemas.microsoft.com/office/drawing/2014/main" id="{53214B72-0286-CD2D-606B-E0590B2EC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195" y="3874228"/>
            <a:ext cx="3363399" cy="2790576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sp>
        <p:nvSpPr>
          <p:cNvPr id="5" name="Contenidor de contingut 5">
            <a:extLst>
              <a:ext uri="{FF2B5EF4-FFF2-40B4-BE49-F238E27FC236}">
                <a16:creationId xmlns:a16="http://schemas.microsoft.com/office/drawing/2014/main" id="{3444B5C8-0916-5FDF-E35B-F7E3CECF3A72}"/>
              </a:ext>
            </a:extLst>
          </p:cNvPr>
          <p:cNvSpPr txBox="1">
            <a:spLocks/>
          </p:cNvSpPr>
          <p:nvPr/>
        </p:nvSpPr>
        <p:spPr>
          <a:xfrm>
            <a:off x="2111214" y="264948"/>
            <a:ext cx="3363400" cy="483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ca-ES" i="1" dirty="0" err="1">
                <a:solidFill>
                  <a:schemeClr val="accent2"/>
                </a:solidFill>
              </a:rPr>
              <a:t>Schema</a:t>
            </a:r>
            <a:r>
              <a:rPr lang="ca-ES" i="1" dirty="0">
                <a:solidFill>
                  <a:schemeClr val="accent2"/>
                </a:solidFill>
              </a:rPr>
              <a:t> </a:t>
            </a:r>
            <a:r>
              <a:rPr lang="ca-ES" i="1" dirty="0" err="1">
                <a:solidFill>
                  <a:schemeClr val="accent2"/>
                </a:solidFill>
              </a:rPr>
              <a:t>dropdown</a:t>
            </a:r>
            <a:endParaRPr lang="ca-ES" i="1" dirty="0">
              <a:solidFill>
                <a:schemeClr val="accent2"/>
              </a:solidFill>
            </a:endParaRPr>
          </a:p>
        </p:txBody>
      </p:sp>
      <p:pic>
        <p:nvPicPr>
          <p:cNvPr id="9" name="Imatge 8">
            <a:extLst>
              <a:ext uri="{FF2B5EF4-FFF2-40B4-BE49-F238E27FC236}">
                <a16:creationId xmlns:a16="http://schemas.microsoft.com/office/drawing/2014/main" id="{88E66C24-9A86-D7DD-7FAB-B47CFB2AD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255" y="2116210"/>
            <a:ext cx="3304535" cy="4549439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sp>
        <p:nvSpPr>
          <p:cNvPr id="13" name="Contenidor de contingut 5">
            <a:extLst>
              <a:ext uri="{FF2B5EF4-FFF2-40B4-BE49-F238E27FC236}">
                <a16:creationId xmlns:a16="http://schemas.microsoft.com/office/drawing/2014/main" id="{2E854AB1-0F66-B386-0060-05D7F61221A2}"/>
              </a:ext>
            </a:extLst>
          </p:cNvPr>
          <p:cNvSpPr txBox="1">
            <a:spLocks/>
          </p:cNvSpPr>
          <p:nvPr/>
        </p:nvSpPr>
        <p:spPr>
          <a:xfrm>
            <a:off x="5303837" y="3423737"/>
            <a:ext cx="3363399" cy="483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ca-ES" i="1" dirty="0" err="1">
                <a:solidFill>
                  <a:schemeClr val="accent2"/>
                </a:solidFill>
              </a:rPr>
              <a:t>Schema</a:t>
            </a:r>
            <a:r>
              <a:rPr lang="ca-ES" i="1" dirty="0">
                <a:solidFill>
                  <a:schemeClr val="accent2"/>
                </a:solidFill>
              </a:rPr>
              <a:t> </a:t>
            </a:r>
            <a:r>
              <a:rPr lang="ca-ES" i="1" dirty="0" err="1">
                <a:solidFill>
                  <a:schemeClr val="accent2"/>
                </a:solidFill>
              </a:rPr>
              <a:t>Visualizer</a:t>
            </a:r>
            <a:endParaRPr lang="ca-ES" i="1" dirty="0">
              <a:solidFill>
                <a:schemeClr val="accent2"/>
              </a:solidFill>
            </a:endParaRPr>
          </a:p>
        </p:txBody>
      </p:sp>
      <p:sp>
        <p:nvSpPr>
          <p:cNvPr id="15" name="Contenidor de contingut 5">
            <a:extLst>
              <a:ext uri="{FF2B5EF4-FFF2-40B4-BE49-F238E27FC236}">
                <a16:creationId xmlns:a16="http://schemas.microsoft.com/office/drawing/2014/main" id="{1BEFB759-F434-0604-0A8B-6FA566ECBC0B}"/>
              </a:ext>
            </a:extLst>
          </p:cNvPr>
          <p:cNvSpPr txBox="1">
            <a:spLocks/>
          </p:cNvSpPr>
          <p:nvPr/>
        </p:nvSpPr>
        <p:spPr>
          <a:xfrm>
            <a:off x="8667236" y="1633019"/>
            <a:ext cx="3363399" cy="483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ca-ES" i="1" dirty="0" err="1">
                <a:solidFill>
                  <a:schemeClr val="accent2"/>
                </a:solidFill>
              </a:rPr>
              <a:t>Schema</a:t>
            </a:r>
            <a:r>
              <a:rPr lang="ca-ES" i="1" dirty="0">
                <a:solidFill>
                  <a:schemeClr val="accent2"/>
                </a:solidFill>
              </a:rPr>
              <a:t> Script</a:t>
            </a:r>
          </a:p>
        </p:txBody>
      </p:sp>
      <p:pic>
        <p:nvPicPr>
          <p:cNvPr id="17" name="Imatge 16">
            <a:extLst>
              <a:ext uri="{FF2B5EF4-FFF2-40B4-BE49-F238E27FC236}">
                <a16:creationId xmlns:a16="http://schemas.microsoft.com/office/drawing/2014/main" id="{13616A3F-69FE-5008-6D00-6CB65949E1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067"/>
          <a:stretch>
            <a:fillRect/>
          </a:stretch>
        </p:blipFill>
        <p:spPr>
          <a:xfrm>
            <a:off x="5478390" y="86242"/>
            <a:ext cx="3014291" cy="3256950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984034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1BD44-B025-C346-E5CE-89D8B7240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99EA9FF-09F7-4DF0-F391-D4DB23507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8C8BA55F-13A4-B852-9F3E-E7BA807C9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TEW-KG SCHEMA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FA09FD4F-0615-B1B9-0E3A-723CA19AD92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ca-ES" sz="2400" b="1" i="1" dirty="0" err="1">
                <a:solidFill>
                  <a:schemeClr val="accent2"/>
                </a:solidFill>
              </a:rPr>
              <a:t>TypeQL</a:t>
            </a:r>
            <a:r>
              <a:rPr lang="ca-ES" sz="2400" b="1" i="1" dirty="0">
                <a:solidFill>
                  <a:schemeClr val="accent2"/>
                </a:solidFill>
              </a:rPr>
              <a:t> </a:t>
            </a:r>
            <a:r>
              <a:rPr lang="ca-ES" sz="2400" b="1" i="1" dirty="0" err="1">
                <a:solidFill>
                  <a:schemeClr val="accent2"/>
                </a:solidFill>
              </a:rPr>
              <a:t>Extension</a:t>
            </a:r>
            <a:r>
              <a:rPr lang="ca-ES" sz="2400" b="1" i="1" dirty="0">
                <a:solidFill>
                  <a:schemeClr val="accent2"/>
                </a:solidFill>
              </a:rPr>
              <a:t> for VSC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D7990C1-8A19-8EE5-F73C-CF841360B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tge 2">
            <a:extLst>
              <a:ext uri="{FF2B5EF4-FFF2-40B4-BE49-F238E27FC236}">
                <a16:creationId xmlns:a16="http://schemas.microsoft.com/office/drawing/2014/main" id="{79891C9C-105B-11DE-4262-7B7D2976F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667" y="2347996"/>
            <a:ext cx="3740866" cy="4435507"/>
          </a:xfrm>
          <a:prstGeom prst="rect">
            <a:avLst/>
          </a:prstGeom>
        </p:spPr>
      </p:pic>
      <p:pic>
        <p:nvPicPr>
          <p:cNvPr id="4" name="Imatge 3">
            <a:extLst>
              <a:ext uri="{FF2B5EF4-FFF2-40B4-BE49-F238E27FC236}">
                <a16:creationId xmlns:a16="http://schemas.microsoft.com/office/drawing/2014/main" id="{CB7BE890-ABAB-0546-73C9-15E398499D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425"/>
          <a:stretch>
            <a:fillRect/>
          </a:stretch>
        </p:blipFill>
        <p:spPr>
          <a:xfrm>
            <a:off x="192162" y="185076"/>
            <a:ext cx="2688627" cy="2571133"/>
          </a:xfrm>
          <a:prstGeom prst="rect">
            <a:avLst/>
          </a:prstGeom>
        </p:spPr>
      </p:pic>
      <p:pic>
        <p:nvPicPr>
          <p:cNvPr id="5" name="Imatge 4">
            <a:extLst>
              <a:ext uri="{FF2B5EF4-FFF2-40B4-BE49-F238E27FC236}">
                <a16:creationId xmlns:a16="http://schemas.microsoft.com/office/drawing/2014/main" id="{1F24A7D1-82D7-3047-1EE9-6EE65A7BD1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66" t="24191"/>
          <a:stretch>
            <a:fillRect/>
          </a:stretch>
        </p:blipFill>
        <p:spPr>
          <a:xfrm>
            <a:off x="192162" y="3114265"/>
            <a:ext cx="3112545" cy="1391965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cxnSp>
        <p:nvCxnSpPr>
          <p:cNvPr id="6" name="Connector de fletxa recta 5">
            <a:extLst>
              <a:ext uri="{FF2B5EF4-FFF2-40B4-BE49-F238E27FC236}">
                <a16:creationId xmlns:a16="http://schemas.microsoft.com/office/drawing/2014/main" id="{31CF8655-90C6-4B5E-F583-53D80860FE60}"/>
              </a:ext>
            </a:extLst>
          </p:cNvPr>
          <p:cNvCxnSpPr>
            <a:cxnSpLocks/>
          </p:cNvCxnSpPr>
          <p:nvPr/>
        </p:nvCxnSpPr>
        <p:spPr>
          <a:xfrm>
            <a:off x="3304707" y="3880355"/>
            <a:ext cx="128588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6" name="Imatge 15">
            <a:extLst>
              <a:ext uri="{FF2B5EF4-FFF2-40B4-BE49-F238E27FC236}">
                <a16:creationId xmlns:a16="http://schemas.microsoft.com/office/drawing/2014/main" id="{8E946C46-914C-E7BF-8FA5-E6822BFE8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821" y="2639518"/>
            <a:ext cx="3386564" cy="3171317"/>
          </a:xfrm>
          <a:prstGeom prst="rect">
            <a:avLst/>
          </a:prstGeom>
        </p:spPr>
      </p:pic>
      <p:cxnSp>
        <p:nvCxnSpPr>
          <p:cNvPr id="18" name="Connector de fletxa recta 17">
            <a:extLst>
              <a:ext uri="{FF2B5EF4-FFF2-40B4-BE49-F238E27FC236}">
                <a16:creationId xmlns:a16="http://schemas.microsoft.com/office/drawing/2014/main" id="{513B40D7-218B-F3E5-8453-1A6CDA395CE4}"/>
              </a:ext>
            </a:extLst>
          </p:cNvPr>
          <p:cNvCxnSpPr>
            <a:cxnSpLocks/>
          </p:cNvCxnSpPr>
          <p:nvPr/>
        </p:nvCxnSpPr>
        <p:spPr>
          <a:xfrm>
            <a:off x="7872315" y="4090506"/>
            <a:ext cx="128588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QuadreDeText 18">
            <a:extLst>
              <a:ext uri="{FF2B5EF4-FFF2-40B4-BE49-F238E27FC236}">
                <a16:creationId xmlns:a16="http://schemas.microsoft.com/office/drawing/2014/main" id="{FCB59C29-F3CA-23D4-C935-5EBB2942BE68}"/>
              </a:ext>
            </a:extLst>
          </p:cNvPr>
          <p:cNvSpPr txBox="1"/>
          <p:nvPr/>
        </p:nvSpPr>
        <p:spPr>
          <a:xfrm>
            <a:off x="192162" y="4851133"/>
            <a:ext cx="38838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define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entity</a:t>
            </a:r>
          </a:p>
          <a:p>
            <a:r>
              <a:rPr lang="en-US" dirty="0"/>
              <a:t> </a:t>
            </a:r>
            <a:r>
              <a:rPr lang="en-US" sz="1200" dirty="0"/>
              <a:t>Infrastructure, Cost, Revenue, Service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attribute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relation</a:t>
            </a:r>
          </a:p>
        </p:txBody>
      </p:sp>
    </p:spTree>
    <p:extLst>
      <p:ext uri="{BB962C8B-B14F-4D97-AF65-F5344CB8AC3E}">
        <p14:creationId xmlns:p14="http://schemas.microsoft.com/office/powerpoint/2010/main" val="534435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28C5E-C5D8-A9DB-4A37-854866E9D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9217B16-295E-F5DD-5A41-2690271F4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2EDAED14-14D4-821E-0C43-C09F8AA85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TEW-KG SCHEMA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6E8317F9-6DED-80A1-DEB0-7151D5986AC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endParaRPr lang="ca-ES" sz="2400" b="1" i="1" dirty="0">
              <a:solidFill>
                <a:schemeClr val="accent2"/>
              </a:solidFill>
            </a:endParaRP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1941E925-11F1-CDAB-FFE3-BDB3F981A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0A337232-9B69-C6E7-FE79-FB4064D0E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292" y="1818226"/>
            <a:ext cx="8293429" cy="4980278"/>
          </a:xfrm>
          <a:prstGeom prst="rect">
            <a:avLst/>
          </a:prstGeom>
        </p:spPr>
      </p:pic>
      <p:pic>
        <p:nvPicPr>
          <p:cNvPr id="7" name="Imatge 6">
            <a:extLst>
              <a:ext uri="{FF2B5EF4-FFF2-40B4-BE49-F238E27FC236}">
                <a16:creationId xmlns:a16="http://schemas.microsoft.com/office/drawing/2014/main" id="{DB9A6AFD-D4AA-E0E7-A336-F70242E8A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66" t="24191"/>
          <a:stretch>
            <a:fillRect/>
          </a:stretch>
        </p:blipFill>
        <p:spPr>
          <a:xfrm>
            <a:off x="95389" y="0"/>
            <a:ext cx="2830691" cy="1265916"/>
          </a:xfrm>
          <a:prstGeom prst="rect">
            <a:avLst/>
          </a:prstGeom>
        </p:spPr>
      </p:pic>
      <p:pic>
        <p:nvPicPr>
          <p:cNvPr id="9" name="Imatge 8">
            <a:extLst>
              <a:ext uri="{FF2B5EF4-FFF2-40B4-BE49-F238E27FC236}">
                <a16:creationId xmlns:a16="http://schemas.microsoft.com/office/drawing/2014/main" id="{36AA400D-4284-FB8C-488F-F52D8C008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84" y="1809541"/>
            <a:ext cx="2451396" cy="498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7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2D26B-27F9-6EFF-B580-9DBC2673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81A3AE5-3CF9-52EB-F60F-1CE2E319F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C7DCB7EB-8C91-991B-8F4E-1F4239E67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4054801" cy="31597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/>
              <a:t>TEW-KG Instances</a:t>
            </a: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E724A1C5-34F2-BF51-6497-EB68F0CC05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" y="4264579"/>
            <a:ext cx="3675888" cy="184528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How to insert in </a:t>
            </a:r>
            <a:r>
              <a:rPr lang="en-US" sz="3200" dirty="0" err="1">
                <a:solidFill>
                  <a:schemeClr val="accent2"/>
                </a:solidFill>
              </a:rPr>
              <a:t>TypeDB</a:t>
            </a:r>
            <a:r>
              <a:rPr lang="en-US" sz="3200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A9226354-EE7F-527F-9E56-AF924E2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idor de contingut 5">
            <a:extLst>
              <a:ext uri="{FF2B5EF4-FFF2-40B4-BE49-F238E27FC236}">
                <a16:creationId xmlns:a16="http://schemas.microsoft.com/office/drawing/2014/main" id="{647E28B4-6017-199D-1168-576459028712}"/>
              </a:ext>
            </a:extLst>
          </p:cNvPr>
          <p:cNvSpPr txBox="1">
            <a:spLocks/>
          </p:cNvSpPr>
          <p:nvPr/>
        </p:nvSpPr>
        <p:spPr>
          <a:xfrm>
            <a:off x="4745736" y="111468"/>
            <a:ext cx="3901619" cy="643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ca-ES" i="1" dirty="0">
              <a:solidFill>
                <a:schemeClr val="accent2"/>
              </a:solidFill>
            </a:endParaRPr>
          </a:p>
        </p:txBody>
      </p:sp>
      <p:pic>
        <p:nvPicPr>
          <p:cNvPr id="4" name="Imatge 3">
            <a:extLst>
              <a:ext uri="{FF2B5EF4-FFF2-40B4-BE49-F238E27FC236}">
                <a16:creationId xmlns:a16="http://schemas.microsoft.com/office/drawing/2014/main" id="{44A59CED-E67A-FC83-9763-D8FA2FF77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352" y="1833952"/>
            <a:ext cx="7802064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11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F3A8D2-EDE3-04D9-860E-B85BCD1BE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BF65200E-BE19-61BA-8C12-E73CE7790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4850097"/>
            <a:ext cx="12202175" cy="2021488"/>
            <a:chOff x="-1" y="-29768"/>
            <a:chExt cx="12202175" cy="151935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DCB7929-1F93-E966-9A22-29A959C2A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E9333BF-F59E-1341-F162-50F583238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F345832-F005-417F-6A2A-8481A275F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962663" y="-3992432"/>
              <a:ext cx="1519356" cy="944468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9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ol 1">
            <a:extLst>
              <a:ext uri="{FF2B5EF4-FFF2-40B4-BE49-F238E27FC236}">
                <a16:creationId xmlns:a16="http://schemas.microsoft.com/office/drawing/2014/main" id="{AB19CC19-BE40-4977-4641-06BDC3A4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30" y="6072194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Querying Instances</a:t>
            </a:r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4385DF9E-B3E9-43C5-CC01-8734596DF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871" y="178342"/>
            <a:ext cx="2737457" cy="1619951"/>
          </a:xfrm>
          <a:prstGeom prst="rect">
            <a:avLst/>
          </a:prstGeom>
        </p:spPr>
      </p:pic>
      <p:pic>
        <p:nvPicPr>
          <p:cNvPr id="7" name="Imatge 6">
            <a:extLst>
              <a:ext uri="{FF2B5EF4-FFF2-40B4-BE49-F238E27FC236}">
                <a16:creationId xmlns:a16="http://schemas.microsoft.com/office/drawing/2014/main" id="{BE6609E5-2E1B-2604-ED64-CD9E8DA56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824" y="178341"/>
            <a:ext cx="7363414" cy="1619951"/>
          </a:xfrm>
          <a:prstGeom prst="rect">
            <a:avLst/>
          </a:prstGeom>
        </p:spPr>
      </p:pic>
      <p:sp>
        <p:nvSpPr>
          <p:cNvPr id="15" name="Contenidor de contingut 5">
            <a:extLst>
              <a:ext uri="{FF2B5EF4-FFF2-40B4-BE49-F238E27FC236}">
                <a16:creationId xmlns:a16="http://schemas.microsoft.com/office/drawing/2014/main" id="{A315AA08-BB09-4768-1AB3-F8B44981BB6C}"/>
              </a:ext>
            </a:extLst>
          </p:cNvPr>
          <p:cNvSpPr txBox="1">
            <a:spLocks/>
          </p:cNvSpPr>
          <p:nvPr/>
        </p:nvSpPr>
        <p:spPr>
          <a:xfrm>
            <a:off x="4745736" y="111468"/>
            <a:ext cx="3901619" cy="643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ca-ES" i="1" dirty="0">
              <a:solidFill>
                <a:schemeClr val="accent2"/>
              </a:solidFill>
            </a:endParaRPr>
          </a:p>
        </p:txBody>
      </p:sp>
      <p:pic>
        <p:nvPicPr>
          <p:cNvPr id="9" name="Imatge 8">
            <a:extLst>
              <a:ext uri="{FF2B5EF4-FFF2-40B4-BE49-F238E27FC236}">
                <a16:creationId xmlns:a16="http://schemas.microsoft.com/office/drawing/2014/main" id="{AD9345D1-10AA-D26E-DCAA-A5BCFF3AA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59" y="2007902"/>
            <a:ext cx="3947679" cy="1813009"/>
          </a:xfrm>
          <a:prstGeom prst="rect">
            <a:avLst/>
          </a:prstGeom>
        </p:spPr>
      </p:pic>
      <p:pic>
        <p:nvPicPr>
          <p:cNvPr id="12" name="Imatge 11">
            <a:extLst>
              <a:ext uri="{FF2B5EF4-FFF2-40B4-BE49-F238E27FC236}">
                <a16:creationId xmlns:a16="http://schemas.microsoft.com/office/drawing/2014/main" id="{EF067FFC-5CA1-8606-FFB8-36210C0EB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389" y="2133111"/>
            <a:ext cx="6787849" cy="1473072"/>
          </a:xfrm>
          <a:prstGeom prst="rect">
            <a:avLst/>
          </a:prstGeom>
        </p:spPr>
      </p:pic>
      <p:cxnSp>
        <p:nvCxnSpPr>
          <p:cNvPr id="13" name="Connector de fletxa recta 12">
            <a:extLst>
              <a:ext uri="{FF2B5EF4-FFF2-40B4-BE49-F238E27FC236}">
                <a16:creationId xmlns:a16="http://schemas.microsoft.com/office/drawing/2014/main" id="{C78A071D-B75F-A6E9-CC97-6357F5F18C53}"/>
              </a:ext>
            </a:extLst>
          </p:cNvPr>
          <p:cNvCxnSpPr>
            <a:cxnSpLocks/>
          </p:cNvCxnSpPr>
          <p:nvPr/>
        </p:nvCxnSpPr>
        <p:spPr>
          <a:xfrm>
            <a:off x="3459853" y="1271909"/>
            <a:ext cx="128588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onnector de fletxa recta 13">
            <a:extLst>
              <a:ext uri="{FF2B5EF4-FFF2-40B4-BE49-F238E27FC236}">
                <a16:creationId xmlns:a16="http://schemas.microsoft.com/office/drawing/2014/main" id="{AFE6E3F7-70F7-4906-2674-230683F87E49}"/>
              </a:ext>
            </a:extLst>
          </p:cNvPr>
          <p:cNvCxnSpPr>
            <a:cxnSpLocks/>
          </p:cNvCxnSpPr>
          <p:nvPr/>
        </p:nvCxnSpPr>
        <p:spPr>
          <a:xfrm>
            <a:off x="3996435" y="2781471"/>
            <a:ext cx="128588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7" name="Imatge 16">
            <a:extLst>
              <a:ext uri="{FF2B5EF4-FFF2-40B4-BE49-F238E27FC236}">
                <a16:creationId xmlns:a16="http://schemas.microsoft.com/office/drawing/2014/main" id="{E2FFA557-6046-F527-637E-030ABF6B5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559" y="4170866"/>
            <a:ext cx="5163271" cy="1800476"/>
          </a:xfrm>
          <a:prstGeom prst="rect">
            <a:avLst/>
          </a:prstGeom>
        </p:spPr>
      </p:pic>
      <p:pic>
        <p:nvPicPr>
          <p:cNvPr id="21" name="Imatge 20">
            <a:extLst>
              <a:ext uri="{FF2B5EF4-FFF2-40B4-BE49-F238E27FC236}">
                <a16:creationId xmlns:a16="http://schemas.microsoft.com/office/drawing/2014/main" id="{2BDFB56F-5BAF-B090-26C6-A01929C787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9946" y="5210305"/>
            <a:ext cx="8783276" cy="838317"/>
          </a:xfrm>
          <a:prstGeom prst="rect">
            <a:avLst/>
          </a:prstGeom>
        </p:spPr>
      </p:pic>
      <p:cxnSp>
        <p:nvCxnSpPr>
          <p:cNvPr id="22" name="Connector de fletxa recta 21">
            <a:extLst>
              <a:ext uri="{FF2B5EF4-FFF2-40B4-BE49-F238E27FC236}">
                <a16:creationId xmlns:a16="http://schemas.microsoft.com/office/drawing/2014/main" id="{4B2CD976-4B20-7DF1-4142-5B1185782D09}"/>
              </a:ext>
            </a:extLst>
          </p:cNvPr>
          <p:cNvCxnSpPr>
            <a:cxnSpLocks/>
          </p:cNvCxnSpPr>
          <p:nvPr/>
        </p:nvCxnSpPr>
        <p:spPr>
          <a:xfrm>
            <a:off x="2021305" y="5210305"/>
            <a:ext cx="1276605" cy="28388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76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72721-D7E4-8D1C-9563-811AAB38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082A7FE-9D20-979C-F3DD-E5C114BE1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94BF99BC-DA2D-6CB8-C8E9-09B2A1ED0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TEW-KB</a:t>
            </a:r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34A3AC30-0057-25B5-8A4B-232498760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algn="l"/>
            <a:r>
              <a:rPr lang="en-US" sz="8000" dirty="0" err="1">
                <a:solidFill>
                  <a:srgbClr val="FFFFFF"/>
                </a:solidFill>
              </a:rPr>
              <a:t>TiddlyWiki</a:t>
            </a:r>
            <a:r>
              <a:rPr lang="en-US" sz="8000" dirty="0">
                <a:solidFill>
                  <a:srgbClr val="FFFFFF"/>
                </a:solidFill>
              </a:rPr>
              <a:t> </a:t>
            </a:r>
            <a:r>
              <a:rPr lang="en-US" sz="8000" dirty="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r>
              <a:rPr lang="en-US" sz="8000" dirty="0">
                <a:solidFill>
                  <a:srgbClr val="FFFFFF"/>
                </a:solidFill>
              </a:rPr>
              <a:t> </a:t>
            </a:r>
            <a:r>
              <a:rPr lang="en-US" sz="8000" dirty="0" err="1">
                <a:solidFill>
                  <a:srgbClr val="FFFFFF"/>
                </a:solidFill>
              </a:rPr>
              <a:t>TypeDB</a:t>
            </a:r>
            <a:endParaRPr lang="en-US" sz="8000" dirty="0">
              <a:solidFill>
                <a:srgbClr val="FFFFFF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C417AC-1768-EDEC-ED96-C334ED9F6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629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2E7F3-2DC2-6703-1E79-B614F8C1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62F863B-F3EC-AC9B-C209-23CC91229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47131F95-6737-D44F-94D3-20D48E350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TiddlyWiki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 </a:t>
            </a: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TypeDB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604D5173-90CD-A940-18DB-C25A8B85A48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0722F90E-51FB-ECA6-02D4-8DDA2E48F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tge 3">
            <a:extLst>
              <a:ext uri="{FF2B5EF4-FFF2-40B4-BE49-F238E27FC236}">
                <a16:creationId xmlns:a16="http://schemas.microsoft.com/office/drawing/2014/main" id="{AF283F04-2928-FCDB-29E4-81052D13D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787" y="3623337"/>
            <a:ext cx="2648320" cy="2715004"/>
          </a:xfrm>
          <a:prstGeom prst="rect">
            <a:avLst/>
          </a:prstGeom>
        </p:spPr>
      </p:pic>
      <p:cxnSp>
        <p:nvCxnSpPr>
          <p:cNvPr id="15" name="Connector de fletxa recta 14">
            <a:extLst>
              <a:ext uri="{FF2B5EF4-FFF2-40B4-BE49-F238E27FC236}">
                <a16:creationId xmlns:a16="http://schemas.microsoft.com/office/drawing/2014/main" id="{433C95B2-7B4D-5756-8229-25DA940824E4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6252587" y="2779654"/>
            <a:ext cx="2100599" cy="19245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855CE3A-C744-0395-88EF-CE28337A2463}"/>
              </a:ext>
            </a:extLst>
          </p:cNvPr>
          <p:cNvSpPr/>
          <p:nvPr/>
        </p:nvSpPr>
        <p:spPr>
          <a:xfrm>
            <a:off x="3972782" y="3641878"/>
            <a:ext cx="2543593" cy="78959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QuadreDeText 25">
            <a:extLst>
              <a:ext uri="{FF2B5EF4-FFF2-40B4-BE49-F238E27FC236}">
                <a16:creationId xmlns:a16="http://schemas.microsoft.com/office/drawing/2014/main" id="{5B33BDBE-1B33-458F-3093-18A188944469}"/>
              </a:ext>
            </a:extLst>
          </p:cNvPr>
          <p:cNvSpPr txBox="1"/>
          <p:nvPr/>
        </p:nvSpPr>
        <p:spPr>
          <a:xfrm>
            <a:off x="8353186" y="2648947"/>
            <a:ext cx="187756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OUTPUT: .</a:t>
            </a:r>
            <a:r>
              <a:rPr lang="en-US" b="1" dirty="0" err="1"/>
              <a:t>gql</a:t>
            </a:r>
            <a:r>
              <a:rPr lang="en-US" b="1" dirty="0"/>
              <a:t> (</a:t>
            </a:r>
            <a:r>
              <a:rPr lang="en-US" b="1" dirty="0" err="1"/>
              <a:t>TypeDB</a:t>
            </a:r>
            <a:r>
              <a:rPr lang="en-US" b="1" dirty="0"/>
              <a:t>)</a:t>
            </a:r>
          </a:p>
        </p:txBody>
      </p:sp>
      <p:sp>
        <p:nvSpPr>
          <p:cNvPr id="27" name="QuadreDeText 26">
            <a:extLst>
              <a:ext uri="{FF2B5EF4-FFF2-40B4-BE49-F238E27FC236}">
                <a16:creationId xmlns:a16="http://schemas.microsoft.com/office/drawing/2014/main" id="{6C6712D9-8E54-F0A1-37FD-5A352C3998B1}"/>
              </a:ext>
            </a:extLst>
          </p:cNvPr>
          <p:cNvSpPr txBox="1"/>
          <p:nvPr/>
        </p:nvSpPr>
        <p:spPr>
          <a:xfrm>
            <a:off x="1148140" y="2639518"/>
            <a:ext cx="187756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INPUT: .</a:t>
            </a:r>
            <a:r>
              <a:rPr lang="en-US" b="1" dirty="0" err="1"/>
              <a:t>json</a:t>
            </a:r>
            <a:r>
              <a:rPr lang="en-US" b="1" dirty="0"/>
              <a:t> (</a:t>
            </a:r>
            <a:r>
              <a:rPr lang="en-US" b="1" dirty="0" err="1"/>
              <a:t>TiddlyWiki</a:t>
            </a:r>
            <a:r>
              <a:rPr lang="en-US" b="1" dirty="0"/>
              <a:t>)</a:t>
            </a:r>
          </a:p>
        </p:txBody>
      </p:sp>
      <p:sp>
        <p:nvSpPr>
          <p:cNvPr id="29" name="QuadreDeText 28">
            <a:extLst>
              <a:ext uri="{FF2B5EF4-FFF2-40B4-BE49-F238E27FC236}">
                <a16:creationId xmlns:a16="http://schemas.microsoft.com/office/drawing/2014/main" id="{D41E8BE1-453A-25A2-F873-E05D28BB9C1A}"/>
              </a:ext>
            </a:extLst>
          </p:cNvPr>
          <p:cNvSpPr txBox="1"/>
          <p:nvPr/>
        </p:nvSpPr>
        <p:spPr>
          <a:xfrm>
            <a:off x="4375020" y="2211736"/>
            <a:ext cx="1877567" cy="120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Translation Python Script .</a:t>
            </a:r>
            <a:r>
              <a:rPr lang="en-US" b="1" dirty="0" err="1"/>
              <a:t>ipynb</a:t>
            </a:r>
            <a:endParaRPr lang="en-US" b="1" dirty="0"/>
          </a:p>
          <a:p>
            <a:pPr algn="ctr"/>
            <a:r>
              <a:rPr lang="en-US" b="1" dirty="0"/>
              <a:t>(TW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TDB)</a:t>
            </a:r>
          </a:p>
        </p:txBody>
      </p:sp>
      <p:pic>
        <p:nvPicPr>
          <p:cNvPr id="40" name="Imatge 39">
            <a:extLst>
              <a:ext uri="{FF2B5EF4-FFF2-40B4-BE49-F238E27FC236}">
                <a16:creationId xmlns:a16="http://schemas.microsoft.com/office/drawing/2014/main" id="{1664EC6C-EC68-B705-B773-75B629380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63" y="3623337"/>
            <a:ext cx="2648320" cy="2715004"/>
          </a:xfrm>
          <a:prstGeom prst="rect">
            <a:avLst/>
          </a:prstGeom>
        </p:spPr>
      </p:pic>
      <p:cxnSp>
        <p:nvCxnSpPr>
          <p:cNvPr id="17" name="Connector de fletxa recta 16">
            <a:extLst>
              <a:ext uri="{FF2B5EF4-FFF2-40B4-BE49-F238E27FC236}">
                <a16:creationId xmlns:a16="http://schemas.microsoft.com/office/drawing/2014/main" id="{587D1EA6-9334-320C-0E55-F81FA8070097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3002405" y="2811901"/>
            <a:ext cx="1372615" cy="27466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7809865-B0D8-A24F-6520-700493CE59B4}"/>
              </a:ext>
            </a:extLst>
          </p:cNvPr>
          <p:cNvSpPr/>
          <p:nvPr/>
        </p:nvSpPr>
        <p:spPr>
          <a:xfrm>
            <a:off x="729985" y="4827497"/>
            <a:ext cx="1443670" cy="26950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Imatge 41">
            <a:extLst>
              <a:ext uri="{FF2B5EF4-FFF2-40B4-BE49-F238E27FC236}">
                <a16:creationId xmlns:a16="http://schemas.microsoft.com/office/drawing/2014/main" id="{FAA9256F-34EE-AE75-01F6-B5D344EAA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065" y="3623337"/>
            <a:ext cx="2648320" cy="27150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88BF898-5298-7CD8-B29F-9936055F0A43}"/>
              </a:ext>
            </a:extLst>
          </p:cNvPr>
          <p:cNvSpPr/>
          <p:nvPr/>
        </p:nvSpPr>
        <p:spPr>
          <a:xfrm>
            <a:off x="8265979" y="5347785"/>
            <a:ext cx="2049817" cy="990556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48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57DEA-C0D1-78F6-4D08-15E11CB9F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3213B553-B19C-C093-6BCD-33DCB2D67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TiddlyWiki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 </a:t>
            </a: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TypeDB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952BAC26-7C50-9B87-B29E-146CF20EC98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Getting the INPUT FILE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tge 6">
            <a:extLst>
              <a:ext uri="{FF2B5EF4-FFF2-40B4-BE49-F238E27FC236}">
                <a16:creationId xmlns:a16="http://schemas.microsoft.com/office/drawing/2014/main" id="{45D8BA0B-EC93-6F30-B733-8A9B3C936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46" y="2567877"/>
            <a:ext cx="8244491" cy="358635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15E5493-97D8-8146-9BE5-01AA40A0DE66}"/>
              </a:ext>
            </a:extLst>
          </p:cNvPr>
          <p:cNvSpPr/>
          <p:nvPr/>
        </p:nvSpPr>
        <p:spPr>
          <a:xfrm>
            <a:off x="3228582" y="3582520"/>
            <a:ext cx="1158240" cy="26950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53F61E-9067-1DCB-363E-AF1222BFC3BC}"/>
              </a:ext>
            </a:extLst>
          </p:cNvPr>
          <p:cNvSpPr/>
          <p:nvPr/>
        </p:nvSpPr>
        <p:spPr>
          <a:xfrm>
            <a:off x="415276" y="5877483"/>
            <a:ext cx="2519947" cy="26950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tge 12">
            <a:extLst>
              <a:ext uri="{FF2B5EF4-FFF2-40B4-BE49-F238E27FC236}">
                <a16:creationId xmlns:a16="http://schemas.microsoft.com/office/drawing/2014/main" id="{13087E6F-FEE9-0030-3155-5AF550565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343"/>
          <a:stretch>
            <a:fillRect/>
          </a:stretch>
        </p:blipFill>
        <p:spPr>
          <a:xfrm>
            <a:off x="7905377" y="2781346"/>
            <a:ext cx="4171374" cy="3159413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DFA778C-E310-4FDA-E5B7-6642193ACB55}"/>
              </a:ext>
            </a:extLst>
          </p:cNvPr>
          <p:cNvSpPr/>
          <p:nvPr/>
        </p:nvSpPr>
        <p:spPr>
          <a:xfrm>
            <a:off x="1572768" y="2781346"/>
            <a:ext cx="292608" cy="26950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 de fletxa recta 16">
            <a:extLst>
              <a:ext uri="{FF2B5EF4-FFF2-40B4-BE49-F238E27FC236}">
                <a16:creationId xmlns:a16="http://schemas.microsoft.com/office/drawing/2014/main" id="{9E3ABC4A-02C6-9786-3543-BD57D881D26F}"/>
              </a:ext>
            </a:extLst>
          </p:cNvPr>
          <p:cNvCxnSpPr>
            <a:cxnSpLocks/>
          </p:cNvCxnSpPr>
          <p:nvPr/>
        </p:nvCxnSpPr>
        <p:spPr>
          <a:xfrm>
            <a:off x="1865376" y="2916100"/>
            <a:ext cx="6040001" cy="80117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31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6CEE3-96EA-4E6F-C21B-7AEE5F61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5423C80-14E7-CA06-194B-4C2A90340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F85130FE-6C93-2622-0BE8-17F4D183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TiddlyWiki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 </a:t>
            </a: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TypeDB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E4758E05-AC63-636C-3640-2F057C66160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Getting the INPUT FILE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09DDB49D-9D5D-1317-D013-11CFE6362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tge 12">
            <a:extLst>
              <a:ext uri="{FF2B5EF4-FFF2-40B4-BE49-F238E27FC236}">
                <a16:creationId xmlns:a16="http://schemas.microsoft.com/office/drawing/2014/main" id="{25CC01CF-7BDE-8FB3-A917-BC1BF409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343"/>
          <a:stretch>
            <a:fillRect/>
          </a:stretch>
        </p:blipFill>
        <p:spPr>
          <a:xfrm>
            <a:off x="206884" y="2554746"/>
            <a:ext cx="4171374" cy="3159413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pic>
        <p:nvPicPr>
          <p:cNvPr id="4" name="Imatge 3">
            <a:extLst>
              <a:ext uri="{FF2B5EF4-FFF2-40B4-BE49-F238E27FC236}">
                <a16:creationId xmlns:a16="http://schemas.microsoft.com/office/drawing/2014/main" id="{6690F888-B02E-EB24-A3A5-FE5A10B0A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112" y="2448239"/>
            <a:ext cx="4027107" cy="3521914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cxnSp>
        <p:nvCxnSpPr>
          <p:cNvPr id="17" name="Connector de fletxa recta 16">
            <a:extLst>
              <a:ext uri="{FF2B5EF4-FFF2-40B4-BE49-F238E27FC236}">
                <a16:creationId xmlns:a16="http://schemas.microsoft.com/office/drawing/2014/main" id="{FF3A82DC-5CD5-616A-3FD5-F739046D09BD}"/>
              </a:ext>
            </a:extLst>
          </p:cNvPr>
          <p:cNvCxnSpPr>
            <a:cxnSpLocks/>
          </p:cNvCxnSpPr>
          <p:nvPr/>
        </p:nvCxnSpPr>
        <p:spPr>
          <a:xfrm flipV="1">
            <a:off x="3864081" y="4607382"/>
            <a:ext cx="2295526" cy="46844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36D0434-9103-264B-2C97-3CD55CF3FDFE}"/>
              </a:ext>
            </a:extLst>
          </p:cNvPr>
          <p:cNvSpPr/>
          <p:nvPr/>
        </p:nvSpPr>
        <p:spPr>
          <a:xfrm>
            <a:off x="6159607" y="4461056"/>
            <a:ext cx="2519947" cy="26950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589416-5602-EEBE-0C13-2B3C09337683}"/>
              </a:ext>
            </a:extLst>
          </p:cNvPr>
          <p:cNvSpPr/>
          <p:nvPr/>
        </p:nvSpPr>
        <p:spPr>
          <a:xfrm>
            <a:off x="8738015" y="4461056"/>
            <a:ext cx="292608" cy="26950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285B56-AC02-546A-6A03-DEBCD0430F7C}"/>
              </a:ext>
            </a:extLst>
          </p:cNvPr>
          <p:cNvSpPr/>
          <p:nvPr/>
        </p:nvSpPr>
        <p:spPr>
          <a:xfrm>
            <a:off x="6076155" y="5075827"/>
            <a:ext cx="1590306" cy="78554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tge 8">
            <a:extLst>
              <a:ext uri="{FF2B5EF4-FFF2-40B4-BE49-F238E27FC236}">
                <a16:creationId xmlns:a16="http://schemas.microsoft.com/office/drawing/2014/main" id="{88D1CB11-52FA-33C8-8F4F-BC1F0B7D5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061" y="2899623"/>
            <a:ext cx="2607939" cy="1361498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cxnSp>
        <p:nvCxnSpPr>
          <p:cNvPr id="15" name="Connector de fletxa recta 14">
            <a:extLst>
              <a:ext uri="{FF2B5EF4-FFF2-40B4-BE49-F238E27FC236}">
                <a16:creationId xmlns:a16="http://schemas.microsoft.com/office/drawing/2014/main" id="{66BB52AB-E4F6-A3E6-0A2A-7630B586EF57}"/>
              </a:ext>
            </a:extLst>
          </p:cNvPr>
          <p:cNvCxnSpPr>
            <a:cxnSpLocks/>
          </p:cNvCxnSpPr>
          <p:nvPr/>
        </p:nvCxnSpPr>
        <p:spPr>
          <a:xfrm flipV="1">
            <a:off x="9017796" y="4209196"/>
            <a:ext cx="952884" cy="41353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069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8EF7F-A2DD-3509-CA08-BD2CA7D9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31A2414-AB86-45AC-C8AF-3DBE2812A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1AE085C0-58F1-4A53-A606-0C3A364E2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TiddlyWiki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 </a:t>
            </a: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TypeDB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F5486482-C120-EE8A-89D7-A792FAF7F6F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Instances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90778109-EC20-41AA-45C1-77CDB7FE9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 de fletxa recta 16">
            <a:extLst>
              <a:ext uri="{FF2B5EF4-FFF2-40B4-BE49-F238E27FC236}">
                <a16:creationId xmlns:a16="http://schemas.microsoft.com/office/drawing/2014/main" id="{DC49134A-6664-B2D4-0805-AB6AC0F2B7A0}"/>
              </a:ext>
            </a:extLst>
          </p:cNvPr>
          <p:cNvCxnSpPr>
            <a:cxnSpLocks/>
          </p:cNvCxnSpPr>
          <p:nvPr/>
        </p:nvCxnSpPr>
        <p:spPr>
          <a:xfrm>
            <a:off x="2740177" y="2196269"/>
            <a:ext cx="1073596" cy="95159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Imatge 8">
            <a:extLst>
              <a:ext uri="{FF2B5EF4-FFF2-40B4-BE49-F238E27FC236}">
                <a16:creationId xmlns:a16="http://schemas.microsoft.com/office/drawing/2014/main" id="{2B71953E-B168-D263-91BE-63C8BB3F8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9" y="1515520"/>
            <a:ext cx="2607939" cy="1361498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cxnSp>
        <p:nvCxnSpPr>
          <p:cNvPr id="15" name="Connector de fletxa recta 14">
            <a:extLst>
              <a:ext uri="{FF2B5EF4-FFF2-40B4-BE49-F238E27FC236}">
                <a16:creationId xmlns:a16="http://schemas.microsoft.com/office/drawing/2014/main" id="{03714FE5-2A85-6E6A-D58A-28EBC497B459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93392" y="4268436"/>
            <a:ext cx="675398" cy="135867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5" name="Imatge 4">
            <a:extLst>
              <a:ext uri="{FF2B5EF4-FFF2-40B4-BE49-F238E27FC236}">
                <a16:creationId xmlns:a16="http://schemas.microsoft.com/office/drawing/2014/main" id="{102E9C03-FDAA-CBC8-40DA-011A5FA51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9" y="3207107"/>
            <a:ext cx="12007482" cy="1002089"/>
          </a:xfrm>
          <a:prstGeom prst="rect">
            <a:avLst/>
          </a:prstGeom>
        </p:spPr>
      </p:pic>
      <p:pic>
        <p:nvPicPr>
          <p:cNvPr id="18" name="Imatge 17">
            <a:extLst>
              <a:ext uri="{FF2B5EF4-FFF2-40B4-BE49-F238E27FC236}">
                <a16:creationId xmlns:a16="http://schemas.microsoft.com/office/drawing/2014/main" id="{10E83BD2-90C2-DEEB-B40B-B4B74A8F4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790" y="4518158"/>
            <a:ext cx="7459489" cy="22179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F339BD8-FFDF-2D28-C9CA-1F692B84E624}"/>
              </a:ext>
            </a:extLst>
          </p:cNvPr>
          <p:cNvSpPr/>
          <p:nvPr/>
        </p:nvSpPr>
        <p:spPr>
          <a:xfrm>
            <a:off x="3276975" y="6170916"/>
            <a:ext cx="4349121" cy="26950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QuadreDeText 2">
            <a:extLst>
              <a:ext uri="{FF2B5EF4-FFF2-40B4-BE49-F238E27FC236}">
                <a16:creationId xmlns:a16="http://schemas.microsoft.com/office/drawing/2014/main" id="{4BF0DE6B-57EA-6DF5-585D-C33975DCC35D}"/>
              </a:ext>
            </a:extLst>
          </p:cNvPr>
          <p:cNvSpPr txBox="1"/>
          <p:nvPr/>
        </p:nvSpPr>
        <p:spPr>
          <a:xfrm>
            <a:off x="5057794" y="2491203"/>
            <a:ext cx="187756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INPUT: .</a:t>
            </a:r>
            <a:r>
              <a:rPr lang="en-US" b="1" dirty="0" err="1"/>
              <a:t>json</a:t>
            </a:r>
            <a:r>
              <a:rPr lang="en-US" b="1" dirty="0"/>
              <a:t> (</a:t>
            </a:r>
            <a:r>
              <a:rPr lang="en-US" b="1" dirty="0" err="1"/>
              <a:t>TiddlyWiki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0787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2420F-18D8-3658-222F-9AEB9669F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98A04B5-C0FC-EEFB-6943-AF6369BCC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257FA651-A6D0-C936-CC0B-FBD31CADA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TiddlyWiki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 </a:t>
            </a: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TypeDB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8060DE99-FF38-AE14-08A6-B175DABB851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598980" y="1962951"/>
            <a:ext cx="7740822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Instances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B850E6C6-E036-CCD4-686D-E28BDC958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QuadreDeText 28">
            <a:extLst>
              <a:ext uri="{FF2B5EF4-FFF2-40B4-BE49-F238E27FC236}">
                <a16:creationId xmlns:a16="http://schemas.microsoft.com/office/drawing/2014/main" id="{1D4E66E7-9052-3205-C3AA-C5AC0F651446}"/>
              </a:ext>
            </a:extLst>
          </p:cNvPr>
          <p:cNvSpPr txBox="1"/>
          <p:nvPr/>
        </p:nvSpPr>
        <p:spPr>
          <a:xfrm>
            <a:off x="9670954" y="1718292"/>
            <a:ext cx="1877567" cy="120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Translation Python Script .</a:t>
            </a:r>
            <a:r>
              <a:rPr lang="en-US" b="1" dirty="0" err="1"/>
              <a:t>ipynb</a:t>
            </a:r>
            <a:endParaRPr lang="en-US" b="1" dirty="0"/>
          </a:p>
          <a:p>
            <a:pPr algn="ctr"/>
            <a:r>
              <a:rPr lang="en-US" b="1" dirty="0"/>
              <a:t>(TW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TDB)</a:t>
            </a:r>
          </a:p>
        </p:txBody>
      </p:sp>
      <p:pic>
        <p:nvPicPr>
          <p:cNvPr id="34" name="Imatge 33">
            <a:extLst>
              <a:ext uri="{FF2B5EF4-FFF2-40B4-BE49-F238E27FC236}">
                <a16:creationId xmlns:a16="http://schemas.microsoft.com/office/drawing/2014/main" id="{D00A2944-4C01-51DA-B9AB-2B6EB2EBA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" y="1485899"/>
            <a:ext cx="5795054" cy="5221224"/>
          </a:xfrm>
          <a:prstGeom prst="rect">
            <a:avLst/>
          </a:prstGeom>
        </p:spPr>
      </p:pic>
      <p:pic>
        <p:nvPicPr>
          <p:cNvPr id="5" name="Imatge 4">
            <a:extLst>
              <a:ext uri="{FF2B5EF4-FFF2-40B4-BE49-F238E27FC236}">
                <a16:creationId xmlns:a16="http://schemas.microsoft.com/office/drawing/2014/main" id="{431F5EEC-0A3C-69F5-5562-E065212CC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344" y="3345504"/>
            <a:ext cx="4899586" cy="331175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AD21150-3BF8-689B-0677-EBE55792D411}"/>
              </a:ext>
            </a:extLst>
          </p:cNvPr>
          <p:cNvSpPr/>
          <p:nvPr/>
        </p:nvSpPr>
        <p:spPr>
          <a:xfrm>
            <a:off x="211943" y="3895624"/>
            <a:ext cx="1360825" cy="319759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0F8CA7-AC0A-D7CA-463C-3023DD088CC6}"/>
              </a:ext>
            </a:extLst>
          </p:cNvPr>
          <p:cNvSpPr/>
          <p:nvPr/>
        </p:nvSpPr>
        <p:spPr>
          <a:xfrm>
            <a:off x="6865632" y="3345504"/>
            <a:ext cx="4899586" cy="215779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 de fletxa recta 14">
            <a:extLst>
              <a:ext uri="{FF2B5EF4-FFF2-40B4-BE49-F238E27FC236}">
                <a16:creationId xmlns:a16="http://schemas.microsoft.com/office/drawing/2014/main" id="{276D1B74-934A-D519-5697-A4EB36CF3331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1572768" y="3453394"/>
            <a:ext cx="5292864" cy="59911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7B1C403-380B-4512-EB01-5A2DA850FB82}"/>
              </a:ext>
            </a:extLst>
          </p:cNvPr>
          <p:cNvSpPr/>
          <p:nvPr/>
        </p:nvSpPr>
        <p:spPr>
          <a:xfrm>
            <a:off x="211942" y="4361137"/>
            <a:ext cx="1561994" cy="22915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lau d'obertura 13">
            <a:extLst>
              <a:ext uri="{FF2B5EF4-FFF2-40B4-BE49-F238E27FC236}">
                <a16:creationId xmlns:a16="http://schemas.microsoft.com/office/drawing/2014/main" id="{7478CD45-C596-28AA-B40D-13E3B4F23B7E}"/>
              </a:ext>
            </a:extLst>
          </p:cNvPr>
          <p:cNvSpPr/>
          <p:nvPr/>
        </p:nvSpPr>
        <p:spPr>
          <a:xfrm>
            <a:off x="1966046" y="3669173"/>
            <a:ext cx="4899586" cy="2821097"/>
          </a:xfrm>
          <a:prstGeom prst="leftBrace">
            <a:avLst>
              <a:gd name="adj1" fmla="val 8333"/>
              <a:gd name="adj2" fmla="val 30233"/>
            </a:avLst>
          </a:prstGeom>
          <a:ln w="2857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90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7867C-F229-19D9-0E97-4C2D9E56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C0ECFAA-83BD-1EC8-0BED-5EC638F9B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3C2CA157-9EA1-80DB-D8A5-AE51E70A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TiddlyWiki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 </a:t>
            </a: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TypeDB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C5B103D9-B635-4A9C-4C00-1D2A1901CFC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Instances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A945387A-0654-AE3D-8B17-D2D751F34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tge 6">
            <a:extLst>
              <a:ext uri="{FF2B5EF4-FFF2-40B4-BE49-F238E27FC236}">
                <a16:creationId xmlns:a16="http://schemas.microsoft.com/office/drawing/2014/main" id="{C1AFDBC1-0133-F6EA-68CC-7C11E7150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52" y="2892961"/>
            <a:ext cx="6428274" cy="3109585"/>
          </a:xfrm>
          <a:prstGeom prst="rect">
            <a:avLst/>
          </a:prstGeom>
        </p:spPr>
      </p:pic>
      <p:cxnSp>
        <p:nvCxnSpPr>
          <p:cNvPr id="15" name="Connector de fletxa recta 14">
            <a:extLst>
              <a:ext uri="{FF2B5EF4-FFF2-40B4-BE49-F238E27FC236}">
                <a16:creationId xmlns:a16="http://schemas.microsoft.com/office/drawing/2014/main" id="{23E10C9E-71AF-83D2-8CCE-3C8E10F7827B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540226" y="3382908"/>
            <a:ext cx="880228" cy="41036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ABD34A5-13B3-D9F1-4AE0-36A71B54E295}"/>
              </a:ext>
            </a:extLst>
          </p:cNvPr>
          <p:cNvSpPr/>
          <p:nvPr/>
        </p:nvSpPr>
        <p:spPr>
          <a:xfrm>
            <a:off x="554824" y="2923924"/>
            <a:ext cx="5985401" cy="2333876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tge 15">
            <a:extLst>
              <a:ext uri="{FF2B5EF4-FFF2-40B4-BE49-F238E27FC236}">
                <a16:creationId xmlns:a16="http://schemas.microsoft.com/office/drawing/2014/main" id="{1DC29851-91C3-61AD-F2AF-4FBB60A2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455" y="2678448"/>
            <a:ext cx="4216721" cy="37619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BADA0D-9912-07B7-271E-64104EB133D0}"/>
              </a:ext>
            </a:extLst>
          </p:cNvPr>
          <p:cNvSpPr/>
          <p:nvPr/>
        </p:nvSpPr>
        <p:spPr>
          <a:xfrm>
            <a:off x="7420454" y="2678448"/>
            <a:ext cx="4344763" cy="140892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QuadreDeText 20">
            <a:extLst>
              <a:ext uri="{FF2B5EF4-FFF2-40B4-BE49-F238E27FC236}">
                <a16:creationId xmlns:a16="http://schemas.microsoft.com/office/drawing/2014/main" id="{A5E167EE-0A3B-0F60-B7AD-AC0FAFB4412E}"/>
              </a:ext>
            </a:extLst>
          </p:cNvPr>
          <p:cNvSpPr txBox="1"/>
          <p:nvPr/>
        </p:nvSpPr>
        <p:spPr>
          <a:xfrm>
            <a:off x="478931" y="1296618"/>
            <a:ext cx="1877567" cy="120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Translation Python Script .</a:t>
            </a:r>
            <a:r>
              <a:rPr lang="en-US" b="1" dirty="0" err="1"/>
              <a:t>ipynb</a:t>
            </a:r>
            <a:endParaRPr lang="en-US" b="1" dirty="0"/>
          </a:p>
          <a:p>
            <a:pPr algn="ctr"/>
            <a:r>
              <a:rPr lang="en-US" b="1" dirty="0"/>
              <a:t>(TW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TDB)</a:t>
            </a:r>
          </a:p>
        </p:txBody>
      </p:sp>
    </p:spTree>
    <p:extLst>
      <p:ext uri="{BB962C8B-B14F-4D97-AF65-F5344CB8AC3E}">
        <p14:creationId xmlns:p14="http://schemas.microsoft.com/office/powerpoint/2010/main" val="1551496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63545-1E87-8667-7CA2-544516E3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5B6FE11-1A5E-099C-5476-FC738F8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F7DB8EBA-0A37-3AC0-613E-9F683B307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Script for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TypeDB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F2070A49-9A52-3C2F-6A49-F426EBE332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Instances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7A1DE90C-66D4-E138-F07C-E0ED0CC6C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QuadreDeText 2">
            <a:extLst>
              <a:ext uri="{FF2B5EF4-FFF2-40B4-BE49-F238E27FC236}">
                <a16:creationId xmlns:a16="http://schemas.microsoft.com/office/drawing/2014/main" id="{9D02FD1B-E2A7-552E-7325-9565C5FEC8E2}"/>
              </a:ext>
            </a:extLst>
          </p:cNvPr>
          <p:cNvSpPr txBox="1"/>
          <p:nvPr/>
        </p:nvSpPr>
        <p:spPr>
          <a:xfrm>
            <a:off x="347784" y="876030"/>
            <a:ext cx="187756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OUTPUT: .</a:t>
            </a:r>
            <a:r>
              <a:rPr lang="en-US" b="1" dirty="0" err="1"/>
              <a:t>gql</a:t>
            </a:r>
            <a:r>
              <a:rPr lang="en-US" b="1" dirty="0"/>
              <a:t> (</a:t>
            </a:r>
            <a:r>
              <a:rPr lang="en-US" b="1" dirty="0" err="1"/>
              <a:t>TypeDB</a:t>
            </a:r>
            <a:r>
              <a:rPr lang="en-US" b="1" dirty="0"/>
              <a:t>)</a:t>
            </a:r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EDD393A9-A864-4BFF-EEFF-BAF7660C5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92" y="2639518"/>
            <a:ext cx="5212072" cy="3823679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pic>
        <p:nvPicPr>
          <p:cNvPr id="12" name="Imatge 11">
            <a:extLst>
              <a:ext uri="{FF2B5EF4-FFF2-40B4-BE49-F238E27FC236}">
                <a16:creationId xmlns:a16="http://schemas.microsoft.com/office/drawing/2014/main" id="{559C7CAF-D5EA-F0E9-845D-2F07193EF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656" y="3054929"/>
            <a:ext cx="6279845" cy="181432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81D3A8D-DA12-E166-F297-C6A05E90AEDE}"/>
              </a:ext>
            </a:extLst>
          </p:cNvPr>
          <p:cNvSpPr/>
          <p:nvPr/>
        </p:nvSpPr>
        <p:spPr>
          <a:xfrm>
            <a:off x="11387805" y="3215312"/>
            <a:ext cx="707696" cy="427376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 de fletxa recta 14">
            <a:extLst>
              <a:ext uri="{FF2B5EF4-FFF2-40B4-BE49-F238E27FC236}">
                <a16:creationId xmlns:a16="http://schemas.microsoft.com/office/drawing/2014/main" id="{6CEECA5D-04C7-D5AA-B99F-A20BC9069439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519867" y="3780479"/>
            <a:ext cx="1295789" cy="18161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QuadreDeText 16">
            <a:extLst>
              <a:ext uri="{FF2B5EF4-FFF2-40B4-BE49-F238E27FC236}">
                <a16:creationId xmlns:a16="http://schemas.microsoft.com/office/drawing/2014/main" id="{CD04E7B3-4337-73AA-0FB9-18A75B266B35}"/>
              </a:ext>
            </a:extLst>
          </p:cNvPr>
          <p:cNvSpPr txBox="1"/>
          <p:nvPr/>
        </p:nvSpPr>
        <p:spPr>
          <a:xfrm>
            <a:off x="7246369" y="5318662"/>
            <a:ext cx="3114725" cy="7078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IT WORKS!!!</a:t>
            </a:r>
          </a:p>
        </p:txBody>
      </p:sp>
    </p:spTree>
    <p:extLst>
      <p:ext uri="{BB962C8B-B14F-4D97-AF65-F5344CB8AC3E}">
        <p14:creationId xmlns:p14="http://schemas.microsoft.com/office/powerpoint/2010/main" val="1084498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5E4D0-75E9-D68A-2936-5075445F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590269E-9471-60D4-C409-4E2DCB87D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096DA2E6-2C38-72A2-3CF0-D30694F2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Script for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TypeDB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05E55E84-75D7-DD49-4F06-B1FDD762CA2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Relations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C798847B-ED2B-2CF5-62AD-E34088CFC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QuadreDeText 3">
            <a:extLst>
              <a:ext uri="{FF2B5EF4-FFF2-40B4-BE49-F238E27FC236}">
                <a16:creationId xmlns:a16="http://schemas.microsoft.com/office/drawing/2014/main" id="{FD970DD0-F043-F65F-6907-8F28E313030A}"/>
              </a:ext>
            </a:extLst>
          </p:cNvPr>
          <p:cNvSpPr txBox="1"/>
          <p:nvPr/>
        </p:nvSpPr>
        <p:spPr>
          <a:xfrm>
            <a:off x="549429" y="1566144"/>
            <a:ext cx="187756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INPUT: .</a:t>
            </a:r>
            <a:r>
              <a:rPr lang="en-US" b="1" dirty="0" err="1"/>
              <a:t>json</a:t>
            </a:r>
            <a:r>
              <a:rPr lang="en-US" b="1" dirty="0"/>
              <a:t> (</a:t>
            </a:r>
            <a:r>
              <a:rPr lang="en-US" b="1" dirty="0" err="1"/>
              <a:t>TiddlyWiki</a:t>
            </a:r>
            <a:r>
              <a:rPr lang="en-US" b="1" dirty="0"/>
              <a:t>)</a:t>
            </a:r>
          </a:p>
        </p:txBody>
      </p:sp>
      <p:pic>
        <p:nvPicPr>
          <p:cNvPr id="7" name="Imatge 6">
            <a:extLst>
              <a:ext uri="{FF2B5EF4-FFF2-40B4-BE49-F238E27FC236}">
                <a16:creationId xmlns:a16="http://schemas.microsoft.com/office/drawing/2014/main" id="{2B8B8A9F-8BDC-5A2E-A452-10108D7A8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" y="2424913"/>
            <a:ext cx="12192000" cy="432278"/>
          </a:xfrm>
          <a:prstGeom prst="rect">
            <a:avLst/>
          </a:prstGeom>
        </p:spPr>
      </p:pic>
      <p:pic>
        <p:nvPicPr>
          <p:cNvPr id="14" name="Imatge 13">
            <a:extLst>
              <a:ext uri="{FF2B5EF4-FFF2-40B4-BE49-F238E27FC236}">
                <a16:creationId xmlns:a16="http://schemas.microsoft.com/office/drawing/2014/main" id="{51E2A58C-5181-4394-2A91-35357E709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119" y="1376673"/>
            <a:ext cx="4272342" cy="942021"/>
          </a:xfrm>
          <a:prstGeom prst="rect">
            <a:avLst/>
          </a:prstGeom>
        </p:spPr>
      </p:pic>
      <p:cxnSp>
        <p:nvCxnSpPr>
          <p:cNvPr id="15" name="Connector de fletxa recta 14">
            <a:extLst>
              <a:ext uri="{FF2B5EF4-FFF2-40B4-BE49-F238E27FC236}">
                <a16:creationId xmlns:a16="http://schemas.microsoft.com/office/drawing/2014/main" id="{55545321-392C-F4F5-8A5C-7A901A363309}"/>
              </a:ext>
            </a:extLst>
          </p:cNvPr>
          <p:cNvCxnSpPr>
            <a:cxnSpLocks/>
          </p:cNvCxnSpPr>
          <p:nvPr/>
        </p:nvCxnSpPr>
        <p:spPr>
          <a:xfrm>
            <a:off x="4412974" y="4293704"/>
            <a:ext cx="1295789" cy="18161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1" name="Imatge 20">
            <a:extLst>
              <a:ext uri="{FF2B5EF4-FFF2-40B4-BE49-F238E27FC236}">
                <a16:creationId xmlns:a16="http://schemas.microsoft.com/office/drawing/2014/main" id="{F5A5EA8C-6246-EB0D-8ECB-D49B8F2C6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" y="3374326"/>
            <a:ext cx="6078659" cy="309506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98D4807-69FE-3729-5AAA-2A2E1B5AFB24}"/>
              </a:ext>
            </a:extLst>
          </p:cNvPr>
          <p:cNvSpPr/>
          <p:nvPr/>
        </p:nvSpPr>
        <p:spPr>
          <a:xfrm>
            <a:off x="185642" y="3429341"/>
            <a:ext cx="4118000" cy="74731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tge 23">
            <a:extLst>
              <a:ext uri="{FF2B5EF4-FFF2-40B4-BE49-F238E27FC236}">
                <a16:creationId xmlns:a16="http://schemas.microsoft.com/office/drawing/2014/main" id="{07EA4388-CB61-17F5-2C19-B1780E5C4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391" y="4384510"/>
            <a:ext cx="5973009" cy="154326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4920C2C-06D8-2547-ABAC-F556B83FB173}"/>
              </a:ext>
            </a:extLst>
          </p:cNvPr>
          <p:cNvSpPr/>
          <p:nvPr/>
        </p:nvSpPr>
        <p:spPr>
          <a:xfrm>
            <a:off x="6173328" y="5410541"/>
            <a:ext cx="5963071" cy="51723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 de fletxa recta 26">
            <a:extLst>
              <a:ext uri="{FF2B5EF4-FFF2-40B4-BE49-F238E27FC236}">
                <a16:creationId xmlns:a16="http://schemas.microsoft.com/office/drawing/2014/main" id="{46875E05-4A72-BDE5-AF25-B5EE594A2959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4303642" y="3975652"/>
            <a:ext cx="1869686" cy="169350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QuadreDeText 30">
            <a:extLst>
              <a:ext uri="{FF2B5EF4-FFF2-40B4-BE49-F238E27FC236}">
                <a16:creationId xmlns:a16="http://schemas.microsoft.com/office/drawing/2014/main" id="{5319DE7D-FC08-1292-8AF6-08EF76987F2E}"/>
              </a:ext>
            </a:extLst>
          </p:cNvPr>
          <p:cNvSpPr txBox="1"/>
          <p:nvPr/>
        </p:nvSpPr>
        <p:spPr>
          <a:xfrm>
            <a:off x="5806305" y="3014082"/>
            <a:ext cx="1877567" cy="120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Translation Python Script .</a:t>
            </a:r>
            <a:r>
              <a:rPr lang="en-US" b="1" dirty="0" err="1"/>
              <a:t>ipynb</a:t>
            </a:r>
            <a:endParaRPr lang="en-US" b="1" dirty="0"/>
          </a:p>
          <a:p>
            <a:pPr algn="ctr"/>
            <a:r>
              <a:rPr lang="en-US" b="1" dirty="0"/>
              <a:t>(TW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TDB)</a:t>
            </a:r>
          </a:p>
        </p:txBody>
      </p:sp>
    </p:spTree>
    <p:extLst>
      <p:ext uri="{BB962C8B-B14F-4D97-AF65-F5344CB8AC3E}">
        <p14:creationId xmlns:p14="http://schemas.microsoft.com/office/powerpoint/2010/main" val="240705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94BF2-07C0-693B-E84A-C2B78CA9B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AAC647D-C5E5-A1B8-1612-F148F78AF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BFCCADEE-AD32-06A4-F2F5-FBF0325AF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Script for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TypeDB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ontenidor de text 10">
            <a:extLst>
              <a:ext uri="{FF2B5EF4-FFF2-40B4-BE49-F238E27FC236}">
                <a16:creationId xmlns:a16="http://schemas.microsoft.com/office/drawing/2014/main" id="{04CED90F-CE75-BDF4-BBA4-792A82620E7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Relations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A315ACFD-17C5-5716-995E-17B929022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QuadreDeText 2">
            <a:extLst>
              <a:ext uri="{FF2B5EF4-FFF2-40B4-BE49-F238E27FC236}">
                <a16:creationId xmlns:a16="http://schemas.microsoft.com/office/drawing/2014/main" id="{9091A344-E753-3136-42FE-714C11665C35}"/>
              </a:ext>
            </a:extLst>
          </p:cNvPr>
          <p:cNvSpPr txBox="1"/>
          <p:nvPr/>
        </p:nvSpPr>
        <p:spPr>
          <a:xfrm>
            <a:off x="9380620" y="4275529"/>
            <a:ext cx="187756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OUTPUT: .</a:t>
            </a:r>
            <a:r>
              <a:rPr lang="en-US" b="1" dirty="0" err="1"/>
              <a:t>gql</a:t>
            </a:r>
            <a:r>
              <a:rPr lang="en-US" b="1" dirty="0"/>
              <a:t> (</a:t>
            </a:r>
            <a:r>
              <a:rPr lang="en-US" b="1" dirty="0" err="1"/>
              <a:t>TypeDB</a:t>
            </a:r>
            <a:r>
              <a:rPr lang="en-US" b="1" dirty="0"/>
              <a:t>)</a:t>
            </a:r>
          </a:p>
        </p:txBody>
      </p:sp>
      <p:sp>
        <p:nvSpPr>
          <p:cNvPr id="4" name="QuadreDeText 3">
            <a:extLst>
              <a:ext uri="{FF2B5EF4-FFF2-40B4-BE49-F238E27FC236}">
                <a16:creationId xmlns:a16="http://schemas.microsoft.com/office/drawing/2014/main" id="{8E8561A2-F69E-2EC6-00B8-BCBED3BEB2D1}"/>
              </a:ext>
            </a:extLst>
          </p:cNvPr>
          <p:cNvSpPr txBox="1"/>
          <p:nvPr/>
        </p:nvSpPr>
        <p:spPr>
          <a:xfrm>
            <a:off x="549429" y="1566144"/>
            <a:ext cx="187756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INPUT: .</a:t>
            </a:r>
            <a:r>
              <a:rPr lang="en-US" b="1" dirty="0" err="1"/>
              <a:t>json</a:t>
            </a:r>
            <a:r>
              <a:rPr lang="en-US" b="1" dirty="0"/>
              <a:t> (</a:t>
            </a:r>
            <a:r>
              <a:rPr lang="en-US" b="1" dirty="0" err="1"/>
              <a:t>TiddlyWiki</a:t>
            </a:r>
            <a:r>
              <a:rPr lang="en-US" b="1" dirty="0"/>
              <a:t>)</a:t>
            </a:r>
          </a:p>
        </p:txBody>
      </p:sp>
      <p:pic>
        <p:nvPicPr>
          <p:cNvPr id="7" name="Imatge 6">
            <a:extLst>
              <a:ext uri="{FF2B5EF4-FFF2-40B4-BE49-F238E27FC236}">
                <a16:creationId xmlns:a16="http://schemas.microsoft.com/office/drawing/2014/main" id="{1F6464F2-EBD7-50C2-A508-0ACBEC031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" y="2424913"/>
            <a:ext cx="12192000" cy="432278"/>
          </a:xfrm>
          <a:prstGeom prst="rect">
            <a:avLst/>
          </a:prstGeom>
        </p:spPr>
      </p:pic>
      <p:pic>
        <p:nvPicPr>
          <p:cNvPr id="14" name="Imatge 13">
            <a:extLst>
              <a:ext uri="{FF2B5EF4-FFF2-40B4-BE49-F238E27FC236}">
                <a16:creationId xmlns:a16="http://schemas.microsoft.com/office/drawing/2014/main" id="{7A01ABFE-372B-BA26-6934-280D41585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119" y="1376673"/>
            <a:ext cx="4272342" cy="942021"/>
          </a:xfrm>
          <a:prstGeom prst="rect">
            <a:avLst/>
          </a:prstGeom>
        </p:spPr>
      </p:pic>
      <p:pic>
        <p:nvPicPr>
          <p:cNvPr id="17" name="Imatge 16">
            <a:extLst>
              <a:ext uri="{FF2B5EF4-FFF2-40B4-BE49-F238E27FC236}">
                <a16:creationId xmlns:a16="http://schemas.microsoft.com/office/drawing/2014/main" id="{73B75829-919E-7975-11A4-A8971F6AE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072" y="5061894"/>
            <a:ext cx="7792537" cy="1419423"/>
          </a:xfrm>
          <a:prstGeom prst="rect">
            <a:avLst/>
          </a:prstGeom>
        </p:spPr>
      </p:pic>
      <p:pic>
        <p:nvPicPr>
          <p:cNvPr id="19" name="Imatge 18">
            <a:extLst>
              <a:ext uri="{FF2B5EF4-FFF2-40B4-BE49-F238E27FC236}">
                <a16:creationId xmlns:a16="http://schemas.microsoft.com/office/drawing/2014/main" id="{22628DDD-E8D0-512A-2B73-2F8FA1750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1" y="3034176"/>
            <a:ext cx="8153740" cy="1674993"/>
          </a:xfrm>
          <a:prstGeom prst="rect">
            <a:avLst/>
          </a:prstGeom>
        </p:spPr>
      </p:pic>
      <p:cxnSp>
        <p:nvCxnSpPr>
          <p:cNvPr id="15" name="Connector de fletxa recta 14">
            <a:extLst>
              <a:ext uri="{FF2B5EF4-FFF2-40B4-BE49-F238E27FC236}">
                <a16:creationId xmlns:a16="http://schemas.microsoft.com/office/drawing/2014/main" id="{8B4FE9A8-820B-FF1C-5306-F6561D65B650}"/>
              </a:ext>
            </a:extLst>
          </p:cNvPr>
          <p:cNvCxnSpPr>
            <a:cxnSpLocks/>
          </p:cNvCxnSpPr>
          <p:nvPr/>
        </p:nvCxnSpPr>
        <p:spPr>
          <a:xfrm>
            <a:off x="4412974" y="4293704"/>
            <a:ext cx="1282148" cy="84482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7AA71CC-078F-3944-4802-B2ED9F4C48DE}"/>
              </a:ext>
            </a:extLst>
          </p:cNvPr>
          <p:cNvSpPr/>
          <p:nvPr/>
        </p:nvSpPr>
        <p:spPr>
          <a:xfrm>
            <a:off x="4186131" y="5129108"/>
            <a:ext cx="6816485" cy="427376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QuadreDeText 5">
            <a:extLst>
              <a:ext uri="{FF2B5EF4-FFF2-40B4-BE49-F238E27FC236}">
                <a16:creationId xmlns:a16="http://schemas.microsoft.com/office/drawing/2014/main" id="{7BBB4C39-30C1-A9E1-EBBC-05726A89F5DC}"/>
              </a:ext>
            </a:extLst>
          </p:cNvPr>
          <p:cNvSpPr txBox="1"/>
          <p:nvPr/>
        </p:nvSpPr>
        <p:spPr>
          <a:xfrm>
            <a:off x="422282" y="4802109"/>
            <a:ext cx="3114725" cy="19389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IT DOESN’T WORKS YET!!!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E40D50-DEA8-DA68-CA13-9AB0AA0DF123}"/>
              </a:ext>
            </a:extLst>
          </p:cNvPr>
          <p:cNvSpPr/>
          <p:nvPr/>
        </p:nvSpPr>
        <p:spPr>
          <a:xfrm>
            <a:off x="8507896" y="2019695"/>
            <a:ext cx="785191" cy="298999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 de fletxa recta 12">
            <a:extLst>
              <a:ext uri="{FF2B5EF4-FFF2-40B4-BE49-F238E27FC236}">
                <a16:creationId xmlns:a16="http://schemas.microsoft.com/office/drawing/2014/main" id="{4C0087C5-B195-2D37-E3E5-983E5EA765AB}"/>
              </a:ext>
            </a:extLst>
          </p:cNvPr>
          <p:cNvCxnSpPr>
            <a:cxnSpLocks/>
          </p:cNvCxnSpPr>
          <p:nvPr/>
        </p:nvCxnSpPr>
        <p:spPr>
          <a:xfrm flipH="1">
            <a:off x="7384774" y="2318694"/>
            <a:ext cx="1302026" cy="30881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247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42331-0D52-B046-B6B0-0442C198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CDB54C-26CC-BDBC-E1CD-140106EE9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85FF5D19-6665-0960-A5BD-2AB805AA5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 err="1">
                <a:solidFill>
                  <a:srgbClr val="FFFFFF"/>
                </a:solidFill>
              </a:rPr>
              <a:t>TypeDB</a:t>
            </a:r>
            <a:endParaRPr lang="en-US" sz="8000" dirty="0">
              <a:solidFill>
                <a:srgbClr val="FFFFFF"/>
              </a:solidFill>
            </a:endParaRPr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748A821B-0F7B-ADEF-AAC6-836BD443F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</a:rPr>
              <a:t>Constraints &amp; Weaknesses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209BDD-BC5F-99FC-7B31-865C2FB4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813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30B73-8B7B-83C9-8436-02C0A864E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C0606-4E2B-62CA-BF1C-D9B54E762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Outputs </a:t>
            </a:r>
            <a:r>
              <a:rPr lang="es-ES" dirty="0" err="1"/>
              <a:t>Errors</a:t>
            </a:r>
            <a:endParaRPr lang="es-ES" dirty="0"/>
          </a:p>
        </p:txBody>
      </p:sp>
      <p:pic>
        <p:nvPicPr>
          <p:cNvPr id="8" name="Imatge 7" descr="Imatge que conté text, captura de pantalla, programari, multimèdia&#10;&#10;Pot ser que el contingut generat amb IA no sigui correcte.">
            <a:extLst>
              <a:ext uri="{FF2B5EF4-FFF2-40B4-BE49-F238E27FC236}">
                <a16:creationId xmlns:a16="http://schemas.microsoft.com/office/drawing/2014/main" id="{B09E5A77-E8D7-2CB7-7842-1363B40E2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540" y="2423553"/>
            <a:ext cx="5435600" cy="3342893"/>
          </a:xfrm>
          <a:prstGeom prst="rect">
            <a:avLst/>
          </a:prstGeom>
          <a:noFill/>
        </p:spPr>
      </p:pic>
      <p:pic>
        <p:nvPicPr>
          <p:cNvPr id="10" name="Imatge 9">
            <a:extLst>
              <a:ext uri="{FF2B5EF4-FFF2-40B4-BE49-F238E27FC236}">
                <a16:creationId xmlns:a16="http://schemas.microsoft.com/office/drawing/2014/main" id="{95093763-AE23-E335-4B67-A6D013C73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8" y="1722936"/>
            <a:ext cx="6016852" cy="462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61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ci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ci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384</Words>
  <Application>Microsoft Office PowerPoint</Application>
  <PresentationFormat>Pantalla panoràmica</PresentationFormat>
  <Paragraphs>98</Paragraphs>
  <Slides>27</Slides>
  <Notes>2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4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Wingdings</vt:lpstr>
      <vt:lpstr>Tema de l'Office</vt:lpstr>
      <vt:lpstr>TEW-KB</vt:lpstr>
      <vt:lpstr>TiddlyWiki</vt:lpstr>
      <vt:lpstr>TiddlyWiki Documents</vt:lpstr>
      <vt:lpstr>TEW-KG Projects</vt:lpstr>
      <vt:lpstr>TiddlyWiki Scripts</vt:lpstr>
      <vt:lpstr>TiddlyWiki Scripts</vt:lpstr>
      <vt:lpstr>TypeDB</vt:lpstr>
      <vt:lpstr>TypeDB Documents</vt:lpstr>
      <vt:lpstr>¿Cómo acceder a TypeDB?</vt:lpstr>
      <vt:lpstr>Information &amp; Formation Sources</vt:lpstr>
      <vt:lpstr>TypeDB Tutorial </vt:lpstr>
      <vt:lpstr>TEW-KG SCHEMA</vt:lpstr>
      <vt:lpstr>TEW-KG SCHEMA</vt:lpstr>
      <vt:lpstr>TEW-KG Instances</vt:lpstr>
      <vt:lpstr>Querying Instances</vt:lpstr>
      <vt:lpstr>TEW-KB</vt:lpstr>
      <vt:lpstr>TiddlyWiki  TypeDB</vt:lpstr>
      <vt:lpstr>TiddlyWiki  TypeDB</vt:lpstr>
      <vt:lpstr>TiddlyWiki  TypeDB</vt:lpstr>
      <vt:lpstr>TiddlyWiki  TypeDB</vt:lpstr>
      <vt:lpstr>TiddlyWiki  TypeDB</vt:lpstr>
      <vt:lpstr>TiddlyWiki  TypeDB</vt:lpstr>
      <vt:lpstr>Script for TypeDB</vt:lpstr>
      <vt:lpstr>Script for TypeDB</vt:lpstr>
      <vt:lpstr>Script for TypeDB</vt:lpstr>
      <vt:lpstr>TypeDB</vt:lpstr>
      <vt:lpstr>Outputs Errors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Moreno, Rosa Maria</dc:creator>
  <cp:lastModifiedBy>Moreno, Rosa Maria</cp:lastModifiedBy>
  <cp:revision>1</cp:revision>
  <dcterms:created xsi:type="dcterms:W3CDTF">2025-10-29T12:17:13Z</dcterms:created>
  <dcterms:modified xsi:type="dcterms:W3CDTF">2025-10-30T14:06:26Z</dcterms:modified>
</cp:coreProperties>
</file>